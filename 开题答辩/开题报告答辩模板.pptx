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6" r:id="rId22"/>
    <p:sldId id="275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7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1561" autoAdjust="0"/>
  </p:normalViewPr>
  <p:slideViewPr>
    <p:cSldViewPr showGuides="1">
      <p:cViewPr>
        <p:scale>
          <a:sx n="90" d="100"/>
          <a:sy n="90" d="100"/>
        </p:scale>
        <p:origin x="-1356" y="-6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499569374895749E-2"/>
          <c:y val="0.16031784977283745"/>
          <c:w val="0.90028816138399159"/>
          <c:h val="0.7354028653417394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C70-412E-AD1D-9345F43D56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327EC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C70-412E-AD1D-9345F43D56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CC70-412E-AD1D-9345F43D5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5111808"/>
        <c:axId val="455113344"/>
      </c:barChart>
      <c:catAx>
        <c:axId val="455111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5113344"/>
        <c:crosses val="autoZero"/>
        <c:auto val="1"/>
        <c:lblAlgn val="ctr"/>
        <c:lblOffset val="100"/>
        <c:noMultiLvlLbl val="0"/>
      </c:catAx>
      <c:valAx>
        <c:axId val="455113344"/>
        <c:scaling>
          <c:orientation val="minMax"/>
          <c:max val="1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5111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2-28T08:59:41.4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88979-3FD9-4BF8-A56D-1A236C630240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9F15-4BDB-4DFB-9D55-B3B5719C6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943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99F15-4BDB-4DFB-9D55-B3B5719C62B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336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99F15-4BDB-4DFB-9D55-B3B5719C62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536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8705A41-61C7-46E7-91F4-99ECC362A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036992B3-FFA8-4FD7-9B0F-7A9409608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F0219DC-2921-4919-A138-6F0E0E7E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EF8D280E-4422-4594-8429-4F9EBA29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6EFE76B-9A0B-4CC6-9B88-0A4AE678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8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BD3D458-4CA7-4FEF-B4BC-46A952B5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5567441-2310-4B25-A3E9-B93CEF6CE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69523C6-00DA-46E8-8E96-B1833A9D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00E377D-50CE-492A-905F-12EB36DC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8348463-2746-447D-9435-C01D24C9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7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AEF6782-8E77-4871-8B06-028E2BE7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B02F68D-2A43-484D-8453-7871BADC8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7F22B28-B68E-4AC6-84DB-23121818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917B1DF-D81C-4B0D-AFD6-62682800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425F75E-82D2-4747-B3F0-B792AD781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71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F1379A1-68D6-45EE-8FBB-8B687AA3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5852348-598B-4E47-96E9-8DDAEB6DF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3ABCA61-A9DD-4FCC-8235-184ABF30C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CA22CF0-B12E-4B26-B14E-42168E3A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FA16E94F-9F91-48F8-8564-2DF8B2A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B176B53-F2F3-4B2A-B6D8-965E2892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78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BBBA195-9425-42F7-A5AF-46C606181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A4C5D8D3-6003-4DA9-8ECA-227099B1F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F34B1B4E-934B-4527-AD6A-6936B7A81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B18399D4-79D4-4660-BD05-7F41F8D57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94C32B5D-B859-4727-B8C8-89BBACE86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ACB28D94-4B60-4BA7-A382-F02F0A52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D9EE0F67-1A4D-4C31-8938-EA02CC32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7682E569-C8AA-4AD0-9BFA-1E754B08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3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68A0F45-6034-434E-81CB-2D060C3F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BE28555-AB78-4368-89BF-C4C61EB2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0454DC47-8CAD-4520-9613-4D49398A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822E5377-BB88-4F9A-828C-EC82913B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3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4E67394A-A6DE-4107-98C8-8B458F05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5343C377-1AA4-4DA3-8ECD-7B98F867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23AA9127-7CF8-47D6-8223-95B30832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71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7AE9431-7ECF-4D1F-9E3C-E289D3DB7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D5A508A-BB3F-4912-BC1E-FFFA1266C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0C22F952-59E1-4A59-833C-48B320F5C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68C9840C-991C-4ADA-82A7-77A4F407B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0DE1D50-93CF-487B-B85F-AE78D7303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38168791-D91C-498F-83E4-5FCF104D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0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5EC18D5-35E0-49CD-AC41-FD9B8B56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4A6A5C9D-3858-4D88-B55E-5DDD9CBD1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42834DB6-DA9D-4B72-9773-DD8ABF413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B30612E-1F35-48E9-9700-B234EB52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7F3318CD-D4CA-4B3E-B3BA-6BFC7FE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A1E3637-CD35-4374-8D1C-AE2E5075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15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3A149B4-48AB-4C85-B293-324ADA11F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7461B93-5997-45A9-ABDA-71060B8B3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4DE5DBD-4060-4252-A680-76F3E98E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4776B9F-08FA-4543-AF60-9C847929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73DF1EC-DCEF-4916-9EF8-0BB00712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55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020159BE-4DB4-463C-8134-C96ED4C06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E779A6ED-F5F6-4C2D-A115-614400BCD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CF91432-5B8B-4957-820C-62D9D2CB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C78DA22-752D-435D-B17D-929C78F0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D2EA448-B8D0-40B6-B99E-B938112E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12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020159BE-4DB4-463C-8134-C96ED4C06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E779A6ED-F5F6-4C2D-A115-614400BCD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CF91432-5B8B-4957-820C-62D9D2CB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C78DA22-752D-435D-B17D-929C78F0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FD2EA448-B8D0-40B6-B99E-B938112E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26949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2025/6/26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508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2025/6/26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904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54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C609B387-2FF1-4BCF-B8FD-BFE905FBD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73C3864-44EC-4A35-92F0-696F2D416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0213CAC-8790-4316-BEA4-22F2C78FF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67BA7-D415-45E0-877D-954D29EA376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9D8C6F5-DFFD-4044-B670-B391A624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71A462E-6C1A-4936-9BCC-A08E7D3FF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046EE-E7B4-496E-A90E-11B7D9A185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89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78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baotu.com/ppt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3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customXml" Target="../ink/ink1.xm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D1C1B001-2109-46E6-9D45-9C348A75BCE9}"/>
              </a:ext>
            </a:extLst>
          </p:cNvPr>
          <p:cNvGrpSpPr/>
          <p:nvPr/>
        </p:nvGrpSpPr>
        <p:grpSpPr>
          <a:xfrm>
            <a:off x="-3121024" y="0"/>
            <a:ext cx="17986488" cy="6858000"/>
            <a:chOff x="-3121024" y="0"/>
            <a:chExt cx="17986488" cy="685800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xmlns="" id="{1AA1D392-67F5-4734-800D-6FD9F9182560}"/>
                </a:ext>
              </a:extLst>
            </p:cNvPr>
            <p:cNvGrpSpPr/>
            <p:nvPr/>
          </p:nvGrpSpPr>
          <p:grpSpPr>
            <a:xfrm>
              <a:off x="0" y="0"/>
              <a:ext cx="12236152" cy="6858000"/>
              <a:chOff x="0" y="0"/>
              <a:chExt cx="12236152" cy="68580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xmlns="" id="{82445474-7AB4-4D9F-B610-5635CF5AFE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0" y="0"/>
                <a:ext cx="12236152" cy="5373216"/>
              </a:xfrm>
              <a:prstGeom prst="rect">
                <a:avLst/>
              </a:prstGeom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xmlns="" id="{C13FA1F7-99C3-45A1-B158-30410917F5CD}"/>
                  </a:ext>
                </a:extLst>
              </p:cNvPr>
              <p:cNvSpPr/>
              <p:nvPr/>
            </p:nvSpPr>
            <p:spPr>
              <a:xfrm>
                <a:off x="0" y="0"/>
                <a:ext cx="12236152" cy="685800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3690E1CE-6744-4677-870F-0AD893E8306F}"/>
                </a:ext>
              </a:extLst>
            </p:cNvPr>
            <p:cNvSpPr/>
            <p:nvPr/>
          </p:nvSpPr>
          <p:spPr>
            <a:xfrm>
              <a:off x="-1300853" y="3692489"/>
              <a:ext cx="16166317" cy="2723486"/>
            </a:xfrm>
            <a:custGeom>
              <a:avLst/>
              <a:gdLst>
                <a:gd name="connsiteX0" fmla="*/ 1262753 w 16166317"/>
                <a:gd name="connsiteY0" fmla="*/ 54011 h 2723486"/>
                <a:gd name="connsiteX1" fmla="*/ 1415153 w 16166317"/>
                <a:gd name="connsiteY1" fmla="*/ 54011 h 2723486"/>
                <a:gd name="connsiteX2" fmla="*/ 7307953 w 16166317"/>
                <a:gd name="connsiteY2" fmla="*/ 1489111 h 2723486"/>
                <a:gd name="connsiteX3" fmla="*/ 13696053 w 16166317"/>
                <a:gd name="connsiteY3" fmla="*/ 968411 h 2723486"/>
                <a:gd name="connsiteX4" fmla="*/ 16032853 w 16166317"/>
                <a:gd name="connsiteY4" fmla="*/ 28611 h 2723486"/>
                <a:gd name="connsiteX5" fmla="*/ 15626453 w 16166317"/>
                <a:gd name="connsiteY5" fmla="*/ 2162211 h 2723486"/>
                <a:gd name="connsiteX6" fmla="*/ 13518253 w 16166317"/>
                <a:gd name="connsiteY6" fmla="*/ 2035211 h 2723486"/>
                <a:gd name="connsiteX7" fmla="*/ 8171553 w 16166317"/>
                <a:gd name="connsiteY7" fmla="*/ 2670211 h 2723486"/>
                <a:gd name="connsiteX8" fmla="*/ 373753 w 16166317"/>
                <a:gd name="connsiteY8" fmla="*/ 435011 h 2723486"/>
                <a:gd name="connsiteX9" fmla="*/ 1262753 w 16166317"/>
                <a:gd name="connsiteY9" fmla="*/ 54011 h 2723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66317" h="2723486">
                  <a:moveTo>
                    <a:pt x="1262753" y="54011"/>
                  </a:moveTo>
                  <a:cubicBezTo>
                    <a:pt x="1436320" y="-9489"/>
                    <a:pt x="1415153" y="54011"/>
                    <a:pt x="1415153" y="54011"/>
                  </a:cubicBezTo>
                  <a:cubicBezTo>
                    <a:pt x="2422686" y="293194"/>
                    <a:pt x="5261136" y="1336711"/>
                    <a:pt x="7307953" y="1489111"/>
                  </a:cubicBezTo>
                  <a:cubicBezTo>
                    <a:pt x="9354770" y="1641511"/>
                    <a:pt x="12241903" y="1211828"/>
                    <a:pt x="13696053" y="968411"/>
                  </a:cubicBezTo>
                  <a:cubicBezTo>
                    <a:pt x="15150203" y="724994"/>
                    <a:pt x="15711120" y="-170356"/>
                    <a:pt x="16032853" y="28611"/>
                  </a:cubicBezTo>
                  <a:cubicBezTo>
                    <a:pt x="16354586" y="227578"/>
                    <a:pt x="16045553" y="1827778"/>
                    <a:pt x="15626453" y="2162211"/>
                  </a:cubicBezTo>
                  <a:cubicBezTo>
                    <a:pt x="15207353" y="2496644"/>
                    <a:pt x="14760736" y="1950544"/>
                    <a:pt x="13518253" y="2035211"/>
                  </a:cubicBezTo>
                  <a:cubicBezTo>
                    <a:pt x="12275770" y="2119878"/>
                    <a:pt x="10362303" y="2936911"/>
                    <a:pt x="8171553" y="2670211"/>
                  </a:cubicBezTo>
                  <a:cubicBezTo>
                    <a:pt x="5980803" y="2403511"/>
                    <a:pt x="1527336" y="873161"/>
                    <a:pt x="373753" y="435011"/>
                  </a:cubicBezTo>
                  <a:cubicBezTo>
                    <a:pt x="-779830" y="-3139"/>
                    <a:pt x="1089186" y="117511"/>
                    <a:pt x="1262753" y="54011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xmlns="" id="{D9E0F5FB-993C-45A7-850D-BDC5DAAA33B6}"/>
                </a:ext>
              </a:extLst>
            </p:cNvPr>
            <p:cNvSpPr/>
            <p:nvPr/>
          </p:nvSpPr>
          <p:spPr>
            <a:xfrm>
              <a:off x="-825345" y="3054721"/>
              <a:ext cx="15259583" cy="3434513"/>
            </a:xfrm>
            <a:custGeom>
              <a:avLst/>
              <a:gdLst>
                <a:gd name="connsiteX0" fmla="*/ 634845 w 15259583"/>
                <a:gd name="connsiteY0" fmla="*/ 1606179 h 3434513"/>
                <a:gd name="connsiteX1" fmla="*/ 634845 w 15259583"/>
                <a:gd name="connsiteY1" fmla="*/ 1656979 h 3434513"/>
                <a:gd name="connsiteX2" fmla="*/ 850745 w 15259583"/>
                <a:gd name="connsiteY2" fmla="*/ 3320679 h 3434513"/>
                <a:gd name="connsiteX3" fmla="*/ 11429845 w 15259583"/>
                <a:gd name="connsiteY3" fmla="*/ 3092079 h 3434513"/>
                <a:gd name="connsiteX4" fmla="*/ 14947745 w 15259583"/>
                <a:gd name="connsiteY4" fmla="*/ 1517279 h 3434513"/>
                <a:gd name="connsiteX5" fmla="*/ 14871545 w 15259583"/>
                <a:gd name="connsiteY5" fmla="*/ 5979 h 3434513"/>
                <a:gd name="connsiteX6" fmla="*/ 13055445 w 15259583"/>
                <a:gd name="connsiteY6" fmla="*/ 1034679 h 3434513"/>
                <a:gd name="connsiteX7" fmla="*/ 8254845 w 15259583"/>
                <a:gd name="connsiteY7" fmla="*/ 2152279 h 3434513"/>
                <a:gd name="connsiteX8" fmla="*/ 4432145 w 15259583"/>
                <a:gd name="connsiteY8" fmla="*/ 1555379 h 3434513"/>
                <a:gd name="connsiteX9" fmla="*/ 1028545 w 15259583"/>
                <a:gd name="connsiteY9" fmla="*/ 742579 h 3434513"/>
                <a:gd name="connsiteX10" fmla="*/ 622145 w 15259583"/>
                <a:gd name="connsiteY10" fmla="*/ 1555379 h 3434513"/>
                <a:gd name="connsiteX11" fmla="*/ 634845 w 15259583"/>
                <a:gd name="connsiteY11" fmla="*/ 1606179 h 343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259583" h="3434513">
                  <a:moveTo>
                    <a:pt x="634845" y="1606179"/>
                  </a:moveTo>
                  <a:cubicBezTo>
                    <a:pt x="636962" y="1623112"/>
                    <a:pt x="598862" y="1371229"/>
                    <a:pt x="634845" y="1656979"/>
                  </a:cubicBezTo>
                  <a:cubicBezTo>
                    <a:pt x="670828" y="1942729"/>
                    <a:pt x="-948422" y="3081496"/>
                    <a:pt x="850745" y="3320679"/>
                  </a:cubicBezTo>
                  <a:cubicBezTo>
                    <a:pt x="2649912" y="3559862"/>
                    <a:pt x="9080345" y="3392646"/>
                    <a:pt x="11429845" y="3092079"/>
                  </a:cubicBezTo>
                  <a:cubicBezTo>
                    <a:pt x="13779345" y="2791512"/>
                    <a:pt x="14374128" y="2031629"/>
                    <a:pt x="14947745" y="1517279"/>
                  </a:cubicBezTo>
                  <a:cubicBezTo>
                    <a:pt x="15521362" y="1002929"/>
                    <a:pt x="15186928" y="86412"/>
                    <a:pt x="14871545" y="5979"/>
                  </a:cubicBezTo>
                  <a:cubicBezTo>
                    <a:pt x="14556162" y="-74454"/>
                    <a:pt x="14158228" y="676962"/>
                    <a:pt x="13055445" y="1034679"/>
                  </a:cubicBezTo>
                  <a:cubicBezTo>
                    <a:pt x="11952662" y="1392396"/>
                    <a:pt x="9692062" y="2065496"/>
                    <a:pt x="8254845" y="2152279"/>
                  </a:cubicBezTo>
                  <a:cubicBezTo>
                    <a:pt x="6817628" y="2239062"/>
                    <a:pt x="5636528" y="1790329"/>
                    <a:pt x="4432145" y="1555379"/>
                  </a:cubicBezTo>
                  <a:cubicBezTo>
                    <a:pt x="3227762" y="1320429"/>
                    <a:pt x="1663545" y="742579"/>
                    <a:pt x="1028545" y="742579"/>
                  </a:cubicBezTo>
                  <a:cubicBezTo>
                    <a:pt x="393545" y="742579"/>
                    <a:pt x="694112" y="1413563"/>
                    <a:pt x="622145" y="1555379"/>
                  </a:cubicBezTo>
                  <a:cubicBezTo>
                    <a:pt x="550178" y="1697195"/>
                    <a:pt x="632728" y="1589246"/>
                    <a:pt x="634845" y="1606179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xmlns="" id="{F1F55992-0245-47A5-BABD-5C486CB7627B}"/>
                </a:ext>
              </a:extLst>
            </p:cNvPr>
            <p:cNvSpPr/>
            <p:nvPr/>
          </p:nvSpPr>
          <p:spPr>
            <a:xfrm>
              <a:off x="-3121024" y="2420888"/>
              <a:ext cx="16799654" cy="3810347"/>
            </a:xfrm>
            <a:custGeom>
              <a:avLst/>
              <a:gdLst>
                <a:gd name="connsiteX0" fmla="*/ 2512198 w 16799654"/>
                <a:gd name="connsiteY0" fmla="*/ 28297 h 3810347"/>
                <a:gd name="connsiteX1" fmla="*/ 4543129 w 16799654"/>
                <a:gd name="connsiteY1" fmla="*/ 1144827 h 3810347"/>
                <a:gd name="connsiteX2" fmla="*/ 8912998 w 16799654"/>
                <a:gd name="connsiteY2" fmla="*/ 2694494 h 3810347"/>
                <a:gd name="connsiteX3" fmla="*/ 12551348 w 16799654"/>
                <a:gd name="connsiteY3" fmla="*/ 2627118 h 3810347"/>
                <a:gd name="connsiteX4" fmla="*/ 15256047 w 16799654"/>
                <a:gd name="connsiteY4" fmla="*/ 1491337 h 3810347"/>
                <a:gd name="connsiteX5" fmla="*/ 16786463 w 16799654"/>
                <a:gd name="connsiteY5" fmla="*/ 307429 h 3810347"/>
                <a:gd name="connsiteX6" fmla="*/ 15929815 w 16799654"/>
                <a:gd name="connsiteY6" fmla="*/ 2829248 h 3810347"/>
                <a:gd name="connsiteX7" fmla="*/ 14765158 w 16799654"/>
                <a:gd name="connsiteY7" fmla="*/ 2588617 h 3810347"/>
                <a:gd name="connsiteX8" fmla="*/ 10578169 w 16799654"/>
                <a:gd name="connsiteY8" fmla="*/ 3637770 h 3810347"/>
                <a:gd name="connsiteX9" fmla="*/ 6304552 w 16799654"/>
                <a:gd name="connsiteY9" fmla="*/ 3782149 h 3810347"/>
                <a:gd name="connsiteX10" fmla="*/ 2531449 w 16799654"/>
                <a:gd name="connsiteY10" fmla="*/ 3349012 h 3810347"/>
                <a:gd name="connsiteX11" fmla="*/ 4 w 16799654"/>
                <a:gd name="connsiteY11" fmla="*/ 2319109 h 3810347"/>
                <a:gd name="connsiteX12" fmla="*/ 2512198 w 16799654"/>
                <a:gd name="connsiteY12" fmla="*/ 28297 h 381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99654" h="3810347">
                  <a:moveTo>
                    <a:pt x="2512198" y="28297"/>
                  </a:moveTo>
                  <a:cubicBezTo>
                    <a:pt x="3269385" y="-167417"/>
                    <a:pt x="3476329" y="700461"/>
                    <a:pt x="4543129" y="1144827"/>
                  </a:cubicBezTo>
                  <a:cubicBezTo>
                    <a:pt x="5609929" y="1589193"/>
                    <a:pt x="7578295" y="2447446"/>
                    <a:pt x="8912998" y="2694494"/>
                  </a:cubicBezTo>
                  <a:cubicBezTo>
                    <a:pt x="10247701" y="2941542"/>
                    <a:pt x="11494173" y="2827644"/>
                    <a:pt x="12551348" y="2627118"/>
                  </a:cubicBezTo>
                  <a:cubicBezTo>
                    <a:pt x="13608523" y="2426592"/>
                    <a:pt x="14550195" y="1877952"/>
                    <a:pt x="15256047" y="1491337"/>
                  </a:cubicBezTo>
                  <a:cubicBezTo>
                    <a:pt x="15961899" y="1104722"/>
                    <a:pt x="16674168" y="84444"/>
                    <a:pt x="16786463" y="307429"/>
                  </a:cubicBezTo>
                  <a:cubicBezTo>
                    <a:pt x="16898758" y="530414"/>
                    <a:pt x="16266699" y="2449050"/>
                    <a:pt x="15929815" y="2829248"/>
                  </a:cubicBezTo>
                  <a:cubicBezTo>
                    <a:pt x="15592931" y="3209446"/>
                    <a:pt x="15657099" y="2453863"/>
                    <a:pt x="14765158" y="2588617"/>
                  </a:cubicBezTo>
                  <a:cubicBezTo>
                    <a:pt x="13873217" y="2723371"/>
                    <a:pt x="11988270" y="3438848"/>
                    <a:pt x="10578169" y="3637770"/>
                  </a:cubicBezTo>
                  <a:cubicBezTo>
                    <a:pt x="9168068" y="3836692"/>
                    <a:pt x="7645672" y="3830275"/>
                    <a:pt x="6304552" y="3782149"/>
                  </a:cubicBezTo>
                  <a:cubicBezTo>
                    <a:pt x="4963432" y="3734023"/>
                    <a:pt x="3582207" y="3592852"/>
                    <a:pt x="2531449" y="3349012"/>
                  </a:cubicBezTo>
                  <a:cubicBezTo>
                    <a:pt x="1480691" y="3105172"/>
                    <a:pt x="3212" y="2872562"/>
                    <a:pt x="4" y="2319109"/>
                  </a:cubicBezTo>
                  <a:cubicBezTo>
                    <a:pt x="-3205" y="1765657"/>
                    <a:pt x="1755011" y="224011"/>
                    <a:pt x="2512198" y="28297"/>
                  </a:cubicBez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53DDC07E-9D9C-401A-B880-205E3C51973C}"/>
              </a:ext>
            </a:extLst>
          </p:cNvPr>
          <p:cNvGrpSpPr/>
          <p:nvPr/>
        </p:nvGrpSpPr>
        <p:grpSpPr>
          <a:xfrm>
            <a:off x="335360" y="189146"/>
            <a:ext cx="1224136" cy="369332"/>
            <a:chOff x="335360" y="189146"/>
            <a:chExt cx="1224136" cy="369332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C1FE1E8A-CC14-458E-AB85-37FF0C9CCFE9}"/>
                </a:ext>
              </a:extLst>
            </p:cNvPr>
            <p:cNvSpPr/>
            <p:nvPr/>
          </p:nvSpPr>
          <p:spPr>
            <a:xfrm>
              <a:off x="335360" y="229796"/>
              <a:ext cx="288032" cy="288032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  <a:effectLst>
              <a:outerShdw blurRad="50800" dist="38100" dir="8100000" sx="102000" sy="102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xmlns="" id="{F373157A-9646-40B0-B943-AC18C35ED086}"/>
                </a:ext>
              </a:extLst>
            </p:cNvPr>
            <p:cNvSpPr txBox="1"/>
            <p:nvPr/>
          </p:nvSpPr>
          <p:spPr>
            <a:xfrm>
              <a:off x="623392" y="18914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LOGO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3A99751C-C0A9-4076-80D4-D4402DC0DA11}"/>
              </a:ext>
            </a:extLst>
          </p:cNvPr>
          <p:cNvGrpSpPr/>
          <p:nvPr/>
        </p:nvGrpSpPr>
        <p:grpSpPr>
          <a:xfrm>
            <a:off x="8436260" y="1023686"/>
            <a:ext cx="2160240" cy="504056"/>
            <a:chOff x="8472264" y="764705"/>
            <a:chExt cx="2160240" cy="504056"/>
          </a:xfrm>
        </p:grpSpPr>
        <p:sp>
          <p:nvSpPr>
            <p:cNvPr id="17" name="矩形: 剪去对角 16">
              <a:extLst>
                <a:ext uri="{FF2B5EF4-FFF2-40B4-BE49-F238E27FC236}">
                  <a16:creationId xmlns:a16="http://schemas.microsoft.com/office/drawing/2014/main" xmlns="" id="{A65B3AB6-6106-4911-B632-73E123F528DA}"/>
                </a:ext>
              </a:extLst>
            </p:cNvPr>
            <p:cNvSpPr/>
            <p:nvPr/>
          </p:nvSpPr>
          <p:spPr>
            <a:xfrm>
              <a:off x="8472264" y="764705"/>
              <a:ext cx="2160240" cy="504056"/>
            </a:xfrm>
            <a:prstGeom prst="snip2DiagRect">
              <a:avLst>
                <a:gd name="adj1" fmla="val 0"/>
                <a:gd name="adj2" fmla="val 50000"/>
              </a:avLst>
            </a:prstGeom>
            <a:solidFill>
              <a:srgbClr val="327EC4"/>
            </a:solidFill>
            <a:ln>
              <a:noFill/>
            </a:ln>
            <a:effectLst>
              <a:outerShdw blurRad="63500" sx="102000" sy="102000" algn="ctr" rotWithShape="0">
                <a:schemeClr val="accent5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E07C4463-A2B9-4943-8659-554F45160D37}"/>
                </a:ext>
              </a:extLst>
            </p:cNvPr>
            <p:cNvSpPr txBox="1"/>
            <p:nvPr/>
          </p:nvSpPr>
          <p:spPr>
            <a:xfrm>
              <a:off x="8796300" y="810334"/>
              <a:ext cx="15121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202X/XX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2EC281B5-A83A-4DA7-B04B-47AD63DDACDA}"/>
              </a:ext>
            </a:extLst>
          </p:cNvPr>
          <p:cNvSpPr txBox="1"/>
          <p:nvPr/>
        </p:nvSpPr>
        <p:spPr>
          <a:xfrm>
            <a:off x="2675620" y="1959788"/>
            <a:ext cx="80648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23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开题报告答辩模板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3AEE469F-0432-4DFA-8CDE-2D2D410CF0A1}"/>
              </a:ext>
            </a:extLst>
          </p:cNvPr>
          <p:cNvGrpSpPr/>
          <p:nvPr/>
        </p:nvGrpSpPr>
        <p:grpSpPr>
          <a:xfrm>
            <a:off x="2279576" y="1669956"/>
            <a:ext cx="2232248" cy="288032"/>
            <a:chOff x="2639616" y="1484784"/>
            <a:chExt cx="2232248" cy="288032"/>
          </a:xfrm>
        </p:grpSpPr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xmlns="" id="{F9A3D830-9CBF-4230-84D2-B82BDA5CD051}"/>
                </a:ext>
              </a:extLst>
            </p:cNvPr>
            <p:cNvSpPr/>
            <p:nvPr/>
          </p:nvSpPr>
          <p:spPr>
            <a:xfrm flipV="1">
              <a:off x="2639616" y="1556792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F4E1C6C2-3E5F-4AED-8D83-FC0544E9FB5D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63448E5B-86B4-4762-B09D-B5088DA8976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xmlns="" id="{B52F8CDE-F06E-4472-8792-0B4F1CE8D52B}"/>
              </a:ext>
            </a:extLst>
          </p:cNvPr>
          <p:cNvGrpSpPr/>
          <p:nvPr/>
        </p:nvGrpSpPr>
        <p:grpSpPr>
          <a:xfrm rot="10800000">
            <a:off x="8760296" y="3280475"/>
            <a:ext cx="2232248" cy="288032"/>
            <a:chOff x="2495600" y="1484784"/>
            <a:chExt cx="2232248" cy="288032"/>
          </a:xfrm>
        </p:grpSpPr>
        <p:sp>
          <p:nvSpPr>
            <p:cNvPr id="41" name="平行四边形 40">
              <a:extLst>
                <a:ext uri="{FF2B5EF4-FFF2-40B4-BE49-F238E27FC236}">
                  <a16:creationId xmlns:a16="http://schemas.microsoft.com/office/drawing/2014/main" xmlns="" id="{9DB5EE92-1D47-4789-AFF6-A91DBE2DC390}"/>
                </a:ext>
              </a:extLst>
            </p:cNvPr>
            <p:cNvSpPr/>
            <p:nvPr/>
          </p:nvSpPr>
          <p:spPr>
            <a:xfrm flipV="1">
              <a:off x="2495600" y="1600256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xmlns="" id="{3B4C7792-A1C9-462B-8C66-330B645090E9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xmlns="" id="{8DB1E583-AC41-47BE-9CD7-71701585397F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C0B2BBF3-EBA9-402E-A50F-6C451D8EA298}"/>
              </a:ext>
            </a:extLst>
          </p:cNvPr>
          <p:cNvSpPr txBox="1"/>
          <p:nvPr/>
        </p:nvSpPr>
        <p:spPr>
          <a:xfrm>
            <a:off x="4619836" y="2954207"/>
            <a:ext cx="60198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OPENING REPORT DEFENSE TEMPLATE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xmlns="" id="{4D2B157A-A531-48F3-A4B0-552966B740B8}"/>
              </a:ext>
            </a:extLst>
          </p:cNvPr>
          <p:cNvGrpSpPr/>
          <p:nvPr/>
        </p:nvGrpSpPr>
        <p:grpSpPr>
          <a:xfrm>
            <a:off x="8308834" y="3659281"/>
            <a:ext cx="1963631" cy="307777"/>
            <a:chOff x="8308832" y="3659280"/>
            <a:chExt cx="1963631" cy="30777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xmlns="" id="{FD94C8AE-4119-43E5-929E-4559C0C297E5}"/>
                </a:ext>
              </a:extLst>
            </p:cNvPr>
            <p:cNvSpPr/>
            <p:nvPr/>
          </p:nvSpPr>
          <p:spPr>
            <a:xfrm>
              <a:off x="8308832" y="3687154"/>
              <a:ext cx="252028" cy="252028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xmlns="" id="{A02DCB2B-A27D-4846-BC30-9B0BD1ADEA08}"/>
                </a:ext>
              </a:extLst>
            </p:cNvPr>
            <p:cNvSpPr txBox="1"/>
            <p:nvPr/>
          </p:nvSpPr>
          <p:spPr>
            <a:xfrm>
              <a:off x="8560860" y="3659280"/>
              <a:ext cx="17116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答辩人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一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PPT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4B76B6DE-4699-4F6C-A825-F7DA3124DCE9}"/>
              </a:ext>
            </a:extLst>
          </p:cNvPr>
          <p:cNvGrpSpPr/>
          <p:nvPr/>
        </p:nvGrpSpPr>
        <p:grpSpPr>
          <a:xfrm>
            <a:off x="8308834" y="4057328"/>
            <a:ext cx="2035639" cy="307777"/>
            <a:chOff x="8308832" y="4057327"/>
            <a:chExt cx="2035639" cy="307777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xmlns="" id="{663BA52C-6410-4A92-B75A-5FEF44ACD956}"/>
                </a:ext>
              </a:extLst>
            </p:cNvPr>
            <p:cNvSpPr/>
            <p:nvPr/>
          </p:nvSpPr>
          <p:spPr>
            <a:xfrm>
              <a:off x="8308832" y="4090016"/>
              <a:ext cx="252028" cy="252028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6453CA91-955B-4580-8C46-1035EED51ABB}"/>
                </a:ext>
              </a:extLst>
            </p:cNvPr>
            <p:cNvSpPr txBox="1"/>
            <p:nvPr/>
          </p:nvSpPr>
          <p:spPr>
            <a:xfrm>
              <a:off x="8560860" y="4057327"/>
              <a:ext cx="1783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指导教师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一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PPT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8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7E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C378BC8B-2ECA-49EA-8394-82A335C15039}"/>
              </a:ext>
            </a:extLst>
          </p:cNvPr>
          <p:cNvGrpSpPr/>
          <p:nvPr/>
        </p:nvGrpSpPr>
        <p:grpSpPr>
          <a:xfrm>
            <a:off x="2927650" y="-2286480"/>
            <a:ext cx="11826919" cy="12109270"/>
            <a:chOff x="2317924" y="-2287610"/>
            <a:chExt cx="11826919" cy="1210927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xmlns="" id="{1D6D6E03-7359-4450-8398-8DB1BC7BF157}"/>
                </a:ext>
              </a:extLst>
            </p:cNvPr>
            <p:cNvSpPr/>
            <p:nvPr/>
          </p:nvSpPr>
          <p:spPr>
            <a:xfrm>
              <a:off x="2317924" y="-1611560"/>
              <a:ext cx="11433219" cy="114332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4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xmlns="" id="{B26FB859-2EA8-4156-9A8A-93B3052761E1}"/>
                </a:ext>
              </a:extLst>
            </p:cNvPr>
            <p:cNvGrpSpPr/>
            <p:nvPr/>
          </p:nvGrpSpPr>
          <p:grpSpPr>
            <a:xfrm>
              <a:off x="2351584" y="-2287610"/>
              <a:ext cx="11793259" cy="11605214"/>
              <a:chOff x="1991544" y="-2064245"/>
              <a:chExt cx="11289888" cy="11109869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xmlns="" id="{FDA454B4-F769-474C-81E1-1A4974BB8C36}"/>
                  </a:ext>
                </a:extLst>
              </p:cNvPr>
              <p:cNvSpPr/>
              <p:nvPr/>
            </p:nvSpPr>
            <p:spPr>
              <a:xfrm>
                <a:off x="1991544" y="-1899592"/>
                <a:ext cx="10945216" cy="10945216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xmlns="" id="{AC2252D5-84A3-4961-8D2D-C43B5AD23C42}"/>
                  </a:ext>
                </a:extLst>
              </p:cNvPr>
              <p:cNvSpPr/>
              <p:nvPr/>
            </p:nvSpPr>
            <p:spPr>
              <a:xfrm>
                <a:off x="2336216" y="-2064245"/>
                <a:ext cx="10945216" cy="109452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AEF469DB-4B9E-4A02-ABE4-15FD8B338930}"/>
              </a:ext>
            </a:extLst>
          </p:cNvPr>
          <p:cNvGrpSpPr/>
          <p:nvPr/>
        </p:nvGrpSpPr>
        <p:grpSpPr>
          <a:xfrm>
            <a:off x="599206" y="1304288"/>
            <a:ext cx="1757156" cy="3556370"/>
            <a:chOff x="506576" y="548680"/>
            <a:chExt cx="1757156" cy="355637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xmlns="" id="{8CDD4B24-D520-4E2F-9E81-E995B94DB80A}"/>
                </a:ext>
              </a:extLst>
            </p:cNvPr>
            <p:cNvSpPr txBox="1"/>
            <p:nvPr/>
          </p:nvSpPr>
          <p:spPr>
            <a:xfrm>
              <a:off x="506576" y="548680"/>
              <a:ext cx="93610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xmlns="" id="{2E802FF5-5359-4670-99D9-4BDBAB7C9507}"/>
                </a:ext>
              </a:extLst>
            </p:cNvPr>
            <p:cNvSpPr txBox="1"/>
            <p:nvPr/>
          </p:nvSpPr>
          <p:spPr>
            <a:xfrm>
              <a:off x="1008288" y="2243002"/>
              <a:ext cx="93610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录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xmlns="" id="{56DEBDE8-BE6C-420F-99C0-DF476DC6755C}"/>
                </a:ext>
              </a:extLst>
            </p:cNvPr>
            <p:cNvSpPr txBox="1"/>
            <p:nvPr/>
          </p:nvSpPr>
          <p:spPr>
            <a:xfrm>
              <a:off x="1832845" y="836712"/>
              <a:ext cx="430887" cy="143802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CONTENTES</a:t>
              </a:r>
              <a:endPara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979521FE-F753-47A2-BC71-A6183A04CCD9}"/>
              </a:ext>
            </a:extLst>
          </p:cNvPr>
          <p:cNvGrpSpPr/>
          <p:nvPr/>
        </p:nvGrpSpPr>
        <p:grpSpPr>
          <a:xfrm>
            <a:off x="335360" y="189146"/>
            <a:ext cx="1224136" cy="369332"/>
            <a:chOff x="335360" y="189146"/>
            <a:chExt cx="1224136" cy="369332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8CBA9FDD-3542-4BA4-957F-BFB1F91F872D}"/>
                </a:ext>
              </a:extLst>
            </p:cNvPr>
            <p:cNvSpPr/>
            <p:nvPr/>
          </p:nvSpPr>
          <p:spPr>
            <a:xfrm>
              <a:off x="335360" y="229796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8100000" sx="102000" sy="102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969C8078-5CDD-4EA8-A286-941EB6DAB0BE}"/>
                </a:ext>
              </a:extLst>
            </p:cNvPr>
            <p:cNvSpPr txBox="1"/>
            <p:nvPr/>
          </p:nvSpPr>
          <p:spPr>
            <a:xfrm>
              <a:off x="623392" y="18914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LOGO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95C3B4F1-B0A9-4959-A426-213BFD9B7FDE}"/>
              </a:ext>
            </a:extLst>
          </p:cNvPr>
          <p:cNvGrpSpPr/>
          <p:nvPr/>
        </p:nvGrpSpPr>
        <p:grpSpPr>
          <a:xfrm>
            <a:off x="5015881" y="1196752"/>
            <a:ext cx="5392774" cy="1073558"/>
            <a:chOff x="4727848" y="1190208"/>
            <a:chExt cx="5392775" cy="107355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98CC2BF4-A49D-434A-972D-CF48ACD170FC}"/>
                </a:ext>
              </a:extLst>
            </p:cNvPr>
            <p:cNvSpPr txBox="1"/>
            <p:nvPr/>
          </p:nvSpPr>
          <p:spPr>
            <a:xfrm>
              <a:off x="4966353" y="1413566"/>
              <a:ext cx="7457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xmlns="" id="{352CAA55-0BE7-42A7-90DB-0DA5B6B7274E}"/>
                </a:ext>
              </a:extLst>
            </p:cNvPr>
            <p:cNvGrpSpPr/>
            <p:nvPr/>
          </p:nvGrpSpPr>
          <p:grpSpPr>
            <a:xfrm>
              <a:off x="6386018" y="1321234"/>
              <a:ext cx="3734605" cy="830997"/>
              <a:chOff x="6388350" y="1321234"/>
              <a:chExt cx="3734605" cy="830997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xmlns="" id="{B6F07380-1EEC-4598-9E31-84AE46F67622}"/>
                  </a:ext>
                </a:extLst>
              </p:cNvPr>
              <p:cNvSpPr/>
              <p:nvPr/>
            </p:nvSpPr>
            <p:spPr>
              <a:xfrm>
                <a:off x="6388350" y="1321234"/>
                <a:ext cx="3734605" cy="830997"/>
              </a:xfrm>
              <a:prstGeom prst="roundRect">
                <a:avLst/>
              </a:prstGeom>
              <a:solidFill>
                <a:srgbClr val="327EC4"/>
              </a:solidFill>
              <a:ln>
                <a:noFill/>
              </a:ln>
              <a:effectLst>
                <a:outerShdw blurRad="355600" dist="50800" dir="5400000" algn="t" rotWithShape="0">
                  <a:srgbClr val="1A6CFB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xmlns="" id="{251473DF-35AF-4947-91A1-35101C1CB7C0}"/>
                  </a:ext>
                </a:extLst>
              </p:cNvPr>
              <p:cNvSpPr txBox="1"/>
              <p:nvPr/>
            </p:nvSpPr>
            <p:spPr>
              <a:xfrm>
                <a:off x="6701381" y="1444345"/>
                <a:ext cx="310854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spc="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论文选题背景</a:t>
                </a: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xmlns="" id="{A9736D94-BD95-44C0-8A95-29F46998749B}"/>
                </a:ext>
              </a:extLst>
            </p:cNvPr>
            <p:cNvGrpSpPr/>
            <p:nvPr/>
          </p:nvGrpSpPr>
          <p:grpSpPr>
            <a:xfrm>
              <a:off x="4727848" y="1190208"/>
              <a:ext cx="1150663" cy="1073558"/>
              <a:chOff x="3529344" y="1755990"/>
              <a:chExt cx="1150663" cy="1073558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xmlns="" id="{04F1E59C-248B-4A53-9528-28DAE8B89ED1}"/>
                  </a:ext>
                </a:extLst>
              </p:cNvPr>
              <p:cNvSpPr/>
              <p:nvPr/>
            </p:nvSpPr>
            <p:spPr>
              <a:xfrm>
                <a:off x="3630715" y="1851076"/>
                <a:ext cx="914400" cy="914400"/>
              </a:xfrm>
              <a:prstGeom prst="ellipse">
                <a:avLst/>
              </a:prstGeom>
              <a:noFill/>
              <a:ln w="19050">
                <a:solidFill>
                  <a:srgbClr val="327E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8" name="弧形 27">
                <a:extLst>
                  <a:ext uri="{FF2B5EF4-FFF2-40B4-BE49-F238E27FC236}">
                    <a16:creationId xmlns:a16="http://schemas.microsoft.com/office/drawing/2014/main" xmlns="" id="{F7AB7691-3275-4F21-BDB7-C2410D18EABD}"/>
                  </a:ext>
                </a:extLst>
              </p:cNvPr>
              <p:cNvSpPr/>
              <p:nvPr/>
            </p:nvSpPr>
            <p:spPr>
              <a:xfrm rot="17050595">
                <a:off x="3529344" y="1755990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9" name="弧形 28">
                <a:extLst>
                  <a:ext uri="{FF2B5EF4-FFF2-40B4-BE49-F238E27FC236}">
                    <a16:creationId xmlns:a16="http://schemas.microsoft.com/office/drawing/2014/main" xmlns="" id="{BEF72C9C-0421-4685-B3C0-0D8ED6A4CDB0}"/>
                  </a:ext>
                </a:extLst>
              </p:cNvPr>
              <p:cNvSpPr/>
              <p:nvPr/>
            </p:nvSpPr>
            <p:spPr>
              <a:xfrm rot="5138871">
                <a:off x="3765607" y="1915148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68272E65-0700-43FE-8C39-109D34AC9D84}"/>
              </a:ext>
            </a:extLst>
          </p:cNvPr>
          <p:cNvGrpSpPr/>
          <p:nvPr/>
        </p:nvGrpSpPr>
        <p:grpSpPr>
          <a:xfrm>
            <a:off x="5015881" y="2388554"/>
            <a:ext cx="5392774" cy="1073558"/>
            <a:chOff x="4727848" y="2382010"/>
            <a:chExt cx="5392775" cy="1073558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0950D9C5-BD48-4DA7-A03A-F6C45811457C}"/>
                </a:ext>
              </a:extLst>
            </p:cNvPr>
            <p:cNvSpPr txBox="1"/>
            <p:nvPr/>
          </p:nvSpPr>
          <p:spPr>
            <a:xfrm>
              <a:off x="4880629" y="2605148"/>
              <a:ext cx="7457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xmlns="" id="{C9E1BCD6-BF73-4EA4-8215-4CE43BD190B4}"/>
                </a:ext>
              </a:extLst>
            </p:cNvPr>
            <p:cNvGrpSpPr/>
            <p:nvPr/>
          </p:nvGrpSpPr>
          <p:grpSpPr>
            <a:xfrm>
              <a:off x="6386018" y="2523988"/>
              <a:ext cx="3734605" cy="830997"/>
              <a:chOff x="6390181" y="2503291"/>
              <a:chExt cx="3734605" cy="830997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xmlns="" id="{0C340F0A-F5F8-4DD1-928B-07A9E6ED7075}"/>
                  </a:ext>
                </a:extLst>
              </p:cNvPr>
              <p:cNvSpPr/>
              <p:nvPr/>
            </p:nvSpPr>
            <p:spPr>
              <a:xfrm>
                <a:off x="6390181" y="2503291"/>
                <a:ext cx="3734605" cy="830997"/>
              </a:xfrm>
              <a:prstGeom prst="roundRect">
                <a:avLst/>
              </a:prstGeom>
              <a:solidFill>
                <a:srgbClr val="327EC4"/>
              </a:solidFill>
              <a:ln>
                <a:noFill/>
              </a:ln>
              <a:effectLst>
                <a:outerShdw blurRad="355600" dist="50800" dir="5400000" algn="t" rotWithShape="0">
                  <a:srgbClr val="1A6CFB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xmlns="" id="{20CD1D22-0568-4864-A826-22C1048EDC5B}"/>
                  </a:ext>
                </a:extLst>
              </p:cNvPr>
              <p:cNvSpPr txBox="1"/>
              <p:nvPr/>
            </p:nvSpPr>
            <p:spPr>
              <a:xfrm>
                <a:off x="6703212" y="2626402"/>
                <a:ext cx="310854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spc="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论文表达结构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xmlns="" id="{9182BCE9-8F1D-4F29-9E39-9599DE939E89}"/>
                </a:ext>
              </a:extLst>
            </p:cNvPr>
            <p:cNvGrpSpPr/>
            <p:nvPr/>
          </p:nvGrpSpPr>
          <p:grpSpPr>
            <a:xfrm>
              <a:off x="4727848" y="2382010"/>
              <a:ext cx="1150663" cy="1073558"/>
              <a:chOff x="3529344" y="1755990"/>
              <a:chExt cx="1150663" cy="1073558"/>
            </a:xfrm>
          </p:grpSpPr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xmlns="" id="{D131968E-DC12-4BCF-940D-40EE112EB8DD}"/>
                  </a:ext>
                </a:extLst>
              </p:cNvPr>
              <p:cNvSpPr/>
              <p:nvPr/>
            </p:nvSpPr>
            <p:spPr>
              <a:xfrm>
                <a:off x="3630715" y="1851076"/>
                <a:ext cx="914400" cy="914400"/>
              </a:xfrm>
              <a:prstGeom prst="ellipse">
                <a:avLst/>
              </a:prstGeom>
              <a:noFill/>
              <a:ln w="19050">
                <a:solidFill>
                  <a:srgbClr val="327E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2" name="弧形 31">
                <a:extLst>
                  <a:ext uri="{FF2B5EF4-FFF2-40B4-BE49-F238E27FC236}">
                    <a16:creationId xmlns:a16="http://schemas.microsoft.com/office/drawing/2014/main" xmlns="" id="{69F409BA-9D18-4DF3-B4B2-8176AE13CC00}"/>
                  </a:ext>
                </a:extLst>
              </p:cNvPr>
              <p:cNvSpPr/>
              <p:nvPr/>
            </p:nvSpPr>
            <p:spPr>
              <a:xfrm rot="17050595">
                <a:off x="3529344" y="1755990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3" name="弧形 32">
                <a:extLst>
                  <a:ext uri="{FF2B5EF4-FFF2-40B4-BE49-F238E27FC236}">
                    <a16:creationId xmlns:a16="http://schemas.microsoft.com/office/drawing/2014/main" xmlns="" id="{082065FF-54E7-43AD-8116-EBC918C427E1}"/>
                  </a:ext>
                </a:extLst>
              </p:cNvPr>
              <p:cNvSpPr/>
              <p:nvPr/>
            </p:nvSpPr>
            <p:spPr>
              <a:xfrm rot="5138871">
                <a:off x="3765607" y="1915148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xmlns="" id="{1AE05B6D-1310-4703-9E7E-D79A949549C6}"/>
              </a:ext>
            </a:extLst>
          </p:cNvPr>
          <p:cNvGrpSpPr/>
          <p:nvPr/>
        </p:nvGrpSpPr>
        <p:grpSpPr>
          <a:xfrm>
            <a:off x="5015881" y="3561306"/>
            <a:ext cx="5392774" cy="1073558"/>
            <a:chOff x="4727848" y="3554762"/>
            <a:chExt cx="5392775" cy="1073558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B1FA9681-8D8E-4D0F-A707-3D59E288E58D}"/>
                </a:ext>
              </a:extLst>
            </p:cNvPr>
            <p:cNvSpPr txBox="1"/>
            <p:nvPr/>
          </p:nvSpPr>
          <p:spPr>
            <a:xfrm>
              <a:off x="4880629" y="3768155"/>
              <a:ext cx="7457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xmlns="" id="{8F8E38AA-160C-4E06-9095-274177E53203}"/>
                </a:ext>
              </a:extLst>
            </p:cNvPr>
            <p:cNvGrpSpPr/>
            <p:nvPr/>
          </p:nvGrpSpPr>
          <p:grpSpPr>
            <a:xfrm>
              <a:off x="6386018" y="3726742"/>
              <a:ext cx="3734605" cy="830997"/>
              <a:chOff x="6392012" y="3666298"/>
              <a:chExt cx="3734605" cy="830997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xmlns="" id="{CA5B6618-90C6-4973-8D2C-FA9E25CC92FA}"/>
                  </a:ext>
                </a:extLst>
              </p:cNvPr>
              <p:cNvSpPr/>
              <p:nvPr/>
            </p:nvSpPr>
            <p:spPr>
              <a:xfrm>
                <a:off x="6392012" y="3666298"/>
                <a:ext cx="3734605" cy="830997"/>
              </a:xfrm>
              <a:prstGeom prst="roundRect">
                <a:avLst/>
              </a:prstGeom>
              <a:solidFill>
                <a:srgbClr val="327EC4"/>
              </a:solidFill>
              <a:ln>
                <a:noFill/>
              </a:ln>
              <a:effectLst>
                <a:outerShdw blurRad="355600" dist="50800" dir="5400000" algn="t" rotWithShape="0">
                  <a:srgbClr val="1A6CFB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xmlns="" id="{4FB99990-7330-4140-86CB-B8050437E930}"/>
                  </a:ext>
                </a:extLst>
              </p:cNvPr>
              <p:cNvSpPr txBox="1"/>
              <p:nvPr/>
            </p:nvSpPr>
            <p:spPr>
              <a:xfrm>
                <a:off x="6705043" y="3789409"/>
                <a:ext cx="310854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3200" b="1" spc="6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r>
                  <a:rPr lang="zh-CN" altLang="en-US" dirty="0"/>
                  <a:t>论文研究方法</a:t>
                </a: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xmlns="" id="{E53F2BEC-1D1A-4711-9698-25A7E5566789}"/>
                </a:ext>
              </a:extLst>
            </p:cNvPr>
            <p:cNvGrpSpPr/>
            <p:nvPr/>
          </p:nvGrpSpPr>
          <p:grpSpPr>
            <a:xfrm>
              <a:off x="4727848" y="3554762"/>
              <a:ext cx="1150663" cy="1073558"/>
              <a:chOff x="3529344" y="1755990"/>
              <a:chExt cx="1150663" cy="1073558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xmlns="" id="{F4B6ACB4-E673-4114-A2FB-30D396737631}"/>
                  </a:ext>
                </a:extLst>
              </p:cNvPr>
              <p:cNvSpPr/>
              <p:nvPr/>
            </p:nvSpPr>
            <p:spPr>
              <a:xfrm>
                <a:off x="3630715" y="1851076"/>
                <a:ext cx="914400" cy="914400"/>
              </a:xfrm>
              <a:prstGeom prst="ellipse">
                <a:avLst/>
              </a:prstGeom>
              <a:noFill/>
              <a:ln w="19050">
                <a:solidFill>
                  <a:srgbClr val="327E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6" name="弧形 35">
                <a:extLst>
                  <a:ext uri="{FF2B5EF4-FFF2-40B4-BE49-F238E27FC236}">
                    <a16:creationId xmlns:a16="http://schemas.microsoft.com/office/drawing/2014/main" xmlns="" id="{AF76D651-6BE5-4CD1-908B-CEF65F3DABF7}"/>
                  </a:ext>
                </a:extLst>
              </p:cNvPr>
              <p:cNvSpPr/>
              <p:nvPr/>
            </p:nvSpPr>
            <p:spPr>
              <a:xfrm rot="17050595">
                <a:off x="3529344" y="1755990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7" name="弧形 36">
                <a:extLst>
                  <a:ext uri="{FF2B5EF4-FFF2-40B4-BE49-F238E27FC236}">
                    <a16:creationId xmlns:a16="http://schemas.microsoft.com/office/drawing/2014/main" xmlns="" id="{1D864E5F-5779-47C0-8A3A-D0E11949201C}"/>
                  </a:ext>
                </a:extLst>
              </p:cNvPr>
              <p:cNvSpPr/>
              <p:nvPr/>
            </p:nvSpPr>
            <p:spPr>
              <a:xfrm rot="5138871">
                <a:off x="3765607" y="1915148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xmlns="" id="{45CC7075-E00C-4DAB-8187-DD87BF0EADD7}"/>
              </a:ext>
            </a:extLst>
          </p:cNvPr>
          <p:cNvGrpSpPr/>
          <p:nvPr/>
        </p:nvGrpSpPr>
        <p:grpSpPr>
          <a:xfrm>
            <a:off x="5015881" y="4810258"/>
            <a:ext cx="5392774" cy="1073558"/>
            <a:chOff x="4727848" y="4803714"/>
            <a:chExt cx="5392775" cy="107355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A71F2950-6986-490C-93DE-D078BE3DFDC0}"/>
                </a:ext>
              </a:extLst>
            </p:cNvPr>
            <p:cNvSpPr txBox="1"/>
            <p:nvPr/>
          </p:nvSpPr>
          <p:spPr>
            <a:xfrm>
              <a:off x="4880629" y="5007362"/>
              <a:ext cx="7457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xmlns="" id="{9A512AD6-DC24-40A8-9003-3925E057B64B}"/>
                </a:ext>
              </a:extLst>
            </p:cNvPr>
            <p:cNvGrpSpPr/>
            <p:nvPr/>
          </p:nvGrpSpPr>
          <p:grpSpPr>
            <a:xfrm>
              <a:off x="6386018" y="4929495"/>
              <a:ext cx="3734605" cy="830997"/>
              <a:chOff x="6512310" y="4905505"/>
              <a:chExt cx="3734605" cy="83099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xmlns="" id="{50FF40E4-6447-4A81-9C3B-FD2B76A72757}"/>
                  </a:ext>
                </a:extLst>
              </p:cNvPr>
              <p:cNvSpPr/>
              <p:nvPr/>
            </p:nvSpPr>
            <p:spPr>
              <a:xfrm>
                <a:off x="6512310" y="4905505"/>
                <a:ext cx="3734605" cy="830997"/>
              </a:xfrm>
              <a:prstGeom prst="roundRect">
                <a:avLst/>
              </a:prstGeom>
              <a:solidFill>
                <a:srgbClr val="327EC4"/>
              </a:solidFill>
              <a:ln>
                <a:noFill/>
              </a:ln>
              <a:effectLst>
                <a:outerShdw blurRad="355600" dist="50800" dir="5400000" algn="t" rotWithShape="0">
                  <a:srgbClr val="1A6CFB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xmlns="" id="{C600FFA5-113B-49AF-963D-FB3FA33AF1E8}"/>
                  </a:ext>
                </a:extLst>
              </p:cNvPr>
              <p:cNvSpPr txBox="1"/>
              <p:nvPr/>
            </p:nvSpPr>
            <p:spPr>
              <a:xfrm>
                <a:off x="6825341" y="5028616"/>
                <a:ext cx="310854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3200" b="1" spc="6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r>
                  <a:rPr lang="zh-CN" altLang="en-US" dirty="0"/>
                  <a:t>论文主要结论</a:t>
                </a: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xmlns="" id="{F8F78C65-FBFE-4FC8-8C6A-F2D263986C22}"/>
                </a:ext>
              </a:extLst>
            </p:cNvPr>
            <p:cNvGrpSpPr/>
            <p:nvPr/>
          </p:nvGrpSpPr>
          <p:grpSpPr>
            <a:xfrm>
              <a:off x="4727848" y="4803714"/>
              <a:ext cx="1150663" cy="1073558"/>
              <a:chOff x="3529344" y="1755990"/>
              <a:chExt cx="1150663" cy="1073558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xmlns="" id="{49447E69-E499-440B-AA97-1EE6C63CA903}"/>
                  </a:ext>
                </a:extLst>
              </p:cNvPr>
              <p:cNvSpPr/>
              <p:nvPr/>
            </p:nvSpPr>
            <p:spPr>
              <a:xfrm>
                <a:off x="3630715" y="1851076"/>
                <a:ext cx="914400" cy="914400"/>
              </a:xfrm>
              <a:prstGeom prst="ellipse">
                <a:avLst/>
              </a:prstGeom>
              <a:noFill/>
              <a:ln w="19050">
                <a:solidFill>
                  <a:srgbClr val="327E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0" name="弧形 39">
                <a:extLst>
                  <a:ext uri="{FF2B5EF4-FFF2-40B4-BE49-F238E27FC236}">
                    <a16:creationId xmlns:a16="http://schemas.microsoft.com/office/drawing/2014/main" xmlns="" id="{0335D6BF-8CAC-49E3-8C54-6C53CD9E599C}"/>
                  </a:ext>
                </a:extLst>
              </p:cNvPr>
              <p:cNvSpPr/>
              <p:nvPr/>
            </p:nvSpPr>
            <p:spPr>
              <a:xfrm rot="17050595">
                <a:off x="3529344" y="1755990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1" name="弧形 40">
                <a:extLst>
                  <a:ext uri="{FF2B5EF4-FFF2-40B4-BE49-F238E27FC236}">
                    <a16:creationId xmlns:a16="http://schemas.microsoft.com/office/drawing/2014/main" xmlns="" id="{18D4C131-BF19-4DF4-A11F-C9B4B3AAEAFF}"/>
                  </a:ext>
                </a:extLst>
              </p:cNvPr>
              <p:cNvSpPr/>
              <p:nvPr/>
            </p:nvSpPr>
            <p:spPr>
              <a:xfrm rot="5138871">
                <a:off x="3765607" y="1915148"/>
                <a:ext cx="914400" cy="914400"/>
              </a:xfrm>
              <a:prstGeom prst="arc">
                <a:avLst/>
              </a:prstGeom>
              <a:ln w="19050" cap="rnd">
                <a:gradFill>
                  <a:gsLst>
                    <a:gs pos="0">
                      <a:srgbClr val="1A6CFB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</p:grpSp>
      <p:sp>
        <p:nvSpPr>
          <p:cNvPr id="51" name="TextBox 9">
            <a:extLst>
              <a:ext uri="{FF2B5EF4-FFF2-40B4-BE49-F238E27FC236}">
                <a16:creationId xmlns="" xmlns:a16="http://schemas.microsoft.com/office/drawing/2014/main" id="{FF11A90E-4E60-197F-DCE6-A43776017FDA}"/>
              </a:ext>
            </a:extLst>
          </p:cNvPr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256418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DBEB091A-523C-42A2-9B22-F94730612532}"/>
              </a:ext>
            </a:extLst>
          </p:cNvPr>
          <p:cNvGrpSpPr/>
          <p:nvPr/>
        </p:nvGrpSpPr>
        <p:grpSpPr>
          <a:xfrm>
            <a:off x="1" y="-16644"/>
            <a:ext cx="12192001" cy="6874644"/>
            <a:chOff x="0" y="-16644"/>
            <a:chExt cx="12192001" cy="6874644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xmlns="" id="{605B4D56-8B3C-4C93-9DF7-23DBBB7B3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/>
          </p:blipFill>
          <p:spPr>
            <a:xfrm>
              <a:off x="0" y="-16644"/>
              <a:ext cx="12192001" cy="6858000"/>
            </a:xfrm>
            <a:prstGeom prst="rect">
              <a:avLst/>
            </a:prstGeom>
          </p:spPr>
        </p:pic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D26C1418-5146-4284-87B7-A271847AC3D6}"/>
                </a:ext>
              </a:extLst>
            </p:cNvPr>
            <p:cNvSpPr/>
            <p:nvPr/>
          </p:nvSpPr>
          <p:spPr>
            <a:xfrm>
              <a:off x="1672009" y="-16644"/>
              <a:ext cx="8847984" cy="6858000"/>
            </a:xfrm>
            <a:custGeom>
              <a:avLst/>
              <a:gdLst>
                <a:gd name="connsiteX0" fmla="*/ 1650487 w 8847984"/>
                <a:gd name="connsiteY0" fmla="*/ 0 h 6858000"/>
                <a:gd name="connsiteX1" fmla="*/ 7197497 w 8847984"/>
                <a:gd name="connsiteY1" fmla="*/ 0 h 6858000"/>
                <a:gd name="connsiteX2" fmla="*/ 7238062 w 8847984"/>
                <a:gd name="connsiteY2" fmla="*/ 31878 h 6858000"/>
                <a:gd name="connsiteX3" fmla="*/ 8847984 w 8847984"/>
                <a:gd name="connsiteY3" fmla="*/ 3445645 h 6858000"/>
                <a:gd name="connsiteX4" fmla="*/ 7398584 w 8847984"/>
                <a:gd name="connsiteY4" fmla="*/ 6720364 h 6858000"/>
                <a:gd name="connsiteX5" fmla="*/ 7239692 w 8847984"/>
                <a:gd name="connsiteY5" fmla="*/ 6858000 h 6858000"/>
                <a:gd name="connsiteX6" fmla="*/ 1608292 w 8847984"/>
                <a:gd name="connsiteY6" fmla="*/ 6858000 h 6858000"/>
                <a:gd name="connsiteX7" fmla="*/ 1449400 w 8847984"/>
                <a:gd name="connsiteY7" fmla="*/ 6720364 h 6858000"/>
                <a:gd name="connsiteX8" fmla="*/ 0 w 8847984"/>
                <a:gd name="connsiteY8" fmla="*/ 3445645 h 6858000"/>
                <a:gd name="connsiteX9" fmla="*/ 1609922 w 8847984"/>
                <a:gd name="connsiteY9" fmla="*/ 31878 h 6858000"/>
                <a:gd name="connsiteX10" fmla="*/ 1650487 w 8847984"/>
                <a:gd name="connsiteY10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7984" h="6858000">
                  <a:moveTo>
                    <a:pt x="1650487" y="0"/>
                  </a:moveTo>
                  <a:lnTo>
                    <a:pt x="7197497" y="0"/>
                  </a:lnTo>
                  <a:lnTo>
                    <a:pt x="7238062" y="31878"/>
                  </a:lnTo>
                  <a:cubicBezTo>
                    <a:pt x="8221282" y="843303"/>
                    <a:pt x="8847984" y="2071287"/>
                    <a:pt x="8847984" y="3445645"/>
                  </a:cubicBezTo>
                  <a:cubicBezTo>
                    <a:pt x="8847984" y="4743650"/>
                    <a:pt x="8288981" y="5911093"/>
                    <a:pt x="7398584" y="6720364"/>
                  </a:cubicBezTo>
                  <a:lnTo>
                    <a:pt x="7239692" y="6858000"/>
                  </a:lnTo>
                  <a:lnTo>
                    <a:pt x="1608292" y="6858000"/>
                  </a:lnTo>
                  <a:lnTo>
                    <a:pt x="1449400" y="6720364"/>
                  </a:lnTo>
                  <a:cubicBezTo>
                    <a:pt x="559003" y="5911093"/>
                    <a:pt x="0" y="4743650"/>
                    <a:pt x="0" y="3445645"/>
                  </a:cubicBezTo>
                  <a:cubicBezTo>
                    <a:pt x="0" y="2071287"/>
                    <a:pt x="626703" y="843303"/>
                    <a:pt x="1609922" y="31878"/>
                  </a:cubicBezTo>
                  <a:lnTo>
                    <a:pt x="1650487" y="0"/>
                  </a:lnTo>
                  <a:close/>
                </a:path>
              </a:pathLst>
            </a:cu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xmlns="" id="{152BA75C-8F69-4DA4-A88F-D8C98FFB1ED5}"/>
                </a:ext>
              </a:extLst>
            </p:cNvPr>
            <p:cNvSpPr/>
            <p:nvPr/>
          </p:nvSpPr>
          <p:spPr>
            <a:xfrm>
              <a:off x="0" y="-16644"/>
              <a:ext cx="3322496" cy="6874644"/>
            </a:xfrm>
            <a:custGeom>
              <a:avLst/>
              <a:gdLst>
                <a:gd name="connsiteX0" fmla="*/ 0 w 3322496"/>
                <a:gd name="connsiteY0" fmla="*/ 0 h 6858000"/>
                <a:gd name="connsiteX1" fmla="*/ 3322496 w 3322496"/>
                <a:gd name="connsiteY1" fmla="*/ 0 h 6858000"/>
                <a:gd name="connsiteX2" fmla="*/ 3281931 w 3322496"/>
                <a:gd name="connsiteY2" fmla="*/ 31878 h 6858000"/>
                <a:gd name="connsiteX3" fmla="*/ 1672009 w 3322496"/>
                <a:gd name="connsiteY3" fmla="*/ 3445645 h 6858000"/>
                <a:gd name="connsiteX4" fmla="*/ 3121409 w 3322496"/>
                <a:gd name="connsiteY4" fmla="*/ 6720364 h 6858000"/>
                <a:gd name="connsiteX5" fmla="*/ 3280301 w 3322496"/>
                <a:gd name="connsiteY5" fmla="*/ 6858000 h 6858000"/>
                <a:gd name="connsiteX6" fmla="*/ 0 w 3322496"/>
                <a:gd name="connsiteY6" fmla="*/ 6858000 h 6858000"/>
                <a:gd name="connsiteX7" fmla="*/ 0 w 3322496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6" h="6858000">
                  <a:moveTo>
                    <a:pt x="0" y="0"/>
                  </a:moveTo>
                  <a:lnTo>
                    <a:pt x="3322496" y="0"/>
                  </a:lnTo>
                  <a:lnTo>
                    <a:pt x="3281931" y="31878"/>
                  </a:lnTo>
                  <a:cubicBezTo>
                    <a:pt x="2298712" y="843303"/>
                    <a:pt x="1672009" y="2071287"/>
                    <a:pt x="1672009" y="3445645"/>
                  </a:cubicBezTo>
                  <a:cubicBezTo>
                    <a:pt x="1672009" y="4743650"/>
                    <a:pt x="2231012" y="5911093"/>
                    <a:pt x="3121409" y="6720364"/>
                  </a:cubicBezTo>
                  <a:lnTo>
                    <a:pt x="328030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algn="l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xmlns="" id="{6735530F-FDF2-44A4-A9BB-1EDFA7FB5EA1}"/>
                </a:ext>
              </a:extLst>
            </p:cNvPr>
            <p:cNvSpPr/>
            <p:nvPr/>
          </p:nvSpPr>
          <p:spPr>
            <a:xfrm>
              <a:off x="8869506" y="-16644"/>
              <a:ext cx="3322494" cy="6874644"/>
            </a:xfrm>
            <a:custGeom>
              <a:avLst/>
              <a:gdLst>
                <a:gd name="connsiteX0" fmla="*/ 0 w 3322494"/>
                <a:gd name="connsiteY0" fmla="*/ 0 h 6858000"/>
                <a:gd name="connsiteX1" fmla="*/ 3322494 w 3322494"/>
                <a:gd name="connsiteY1" fmla="*/ 0 h 6858000"/>
                <a:gd name="connsiteX2" fmla="*/ 3322494 w 3322494"/>
                <a:gd name="connsiteY2" fmla="*/ 6858000 h 6858000"/>
                <a:gd name="connsiteX3" fmla="*/ 42195 w 3322494"/>
                <a:gd name="connsiteY3" fmla="*/ 6858000 h 6858000"/>
                <a:gd name="connsiteX4" fmla="*/ 201087 w 3322494"/>
                <a:gd name="connsiteY4" fmla="*/ 6720364 h 6858000"/>
                <a:gd name="connsiteX5" fmla="*/ 1650487 w 3322494"/>
                <a:gd name="connsiteY5" fmla="*/ 3445645 h 6858000"/>
                <a:gd name="connsiteX6" fmla="*/ 40565 w 3322494"/>
                <a:gd name="connsiteY6" fmla="*/ 31878 h 6858000"/>
                <a:gd name="connsiteX7" fmla="*/ 0 w 3322494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4" h="6858000">
                  <a:moveTo>
                    <a:pt x="0" y="0"/>
                  </a:moveTo>
                  <a:lnTo>
                    <a:pt x="3322494" y="0"/>
                  </a:lnTo>
                  <a:lnTo>
                    <a:pt x="3322494" y="6858000"/>
                  </a:lnTo>
                  <a:lnTo>
                    <a:pt x="42195" y="6858000"/>
                  </a:lnTo>
                  <a:lnTo>
                    <a:pt x="201087" y="6720364"/>
                  </a:lnTo>
                  <a:cubicBezTo>
                    <a:pt x="1091484" y="5911093"/>
                    <a:pt x="1650487" y="4743650"/>
                    <a:pt x="1650487" y="3445645"/>
                  </a:cubicBezTo>
                  <a:cubicBezTo>
                    <a:pt x="1650487" y="2071287"/>
                    <a:pt x="1023785" y="843303"/>
                    <a:pt x="40565" y="318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F00E40C0-8492-4418-991E-E673BA675021}"/>
              </a:ext>
            </a:extLst>
          </p:cNvPr>
          <p:cNvGrpSpPr/>
          <p:nvPr/>
        </p:nvGrpSpPr>
        <p:grpSpPr>
          <a:xfrm>
            <a:off x="4640524" y="836711"/>
            <a:ext cx="2909176" cy="1862048"/>
            <a:chOff x="4640524" y="692696"/>
            <a:chExt cx="2909176" cy="186204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8C81DE36-B4BC-4E3F-9038-B785D02ED7E7}"/>
                </a:ext>
              </a:extLst>
            </p:cNvPr>
            <p:cNvSpPr txBox="1"/>
            <p:nvPr/>
          </p:nvSpPr>
          <p:spPr>
            <a:xfrm>
              <a:off x="5492564" y="692696"/>
              <a:ext cx="122413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500" dirty="0">
                  <a:solidFill>
                    <a:srgbClr val="327EC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思源宋体 CN Heavy" pitchFamily="18" charset="-122"/>
                  <a:ea typeface="思源宋体 CN Heavy" pitchFamily="18" charset="-122"/>
                </a:rPr>
                <a:t>1</a:t>
              </a:r>
              <a:endParaRPr lang="zh-CN" altLang="en-US" sz="11500" dirty="0">
                <a:solidFill>
                  <a:srgbClr val="327E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思源宋体 CN Heavy" pitchFamily="18" charset="-122"/>
                <a:ea typeface="思源宋体 CN Heavy" pitchFamily="18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5019328C-1B77-40F7-85CA-CABD4902D548}"/>
                </a:ext>
              </a:extLst>
            </p:cNvPr>
            <p:cNvSpPr txBox="1"/>
            <p:nvPr/>
          </p:nvSpPr>
          <p:spPr>
            <a:xfrm>
              <a:off x="4640524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PART 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EEA33A83-B4A8-48D9-9FC2-DCD3F4F64EDF}"/>
                </a:ext>
              </a:extLst>
            </p:cNvPr>
            <p:cNvSpPr txBox="1"/>
            <p:nvPr/>
          </p:nvSpPr>
          <p:spPr>
            <a:xfrm>
              <a:off x="6568961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ONE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9788322E-D830-48ED-B772-C72C681462E4}"/>
              </a:ext>
            </a:extLst>
          </p:cNvPr>
          <p:cNvGrpSpPr/>
          <p:nvPr/>
        </p:nvGrpSpPr>
        <p:grpSpPr>
          <a:xfrm>
            <a:off x="2518067" y="3074049"/>
            <a:ext cx="2232248" cy="288032"/>
            <a:chOff x="2639616" y="1484784"/>
            <a:chExt cx="2232248" cy="288032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xmlns="" id="{A428E6EB-46C5-46F1-99CA-6CCFD4854D87}"/>
                </a:ext>
              </a:extLst>
            </p:cNvPr>
            <p:cNvSpPr/>
            <p:nvPr/>
          </p:nvSpPr>
          <p:spPr>
            <a:xfrm flipV="1">
              <a:off x="2639616" y="1556792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9CA2C81F-3D81-4532-B382-2C7AD776E728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6832E2BA-9902-4F8C-9D0C-7B962B1B6EE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00190B27-F77B-40F8-806C-A75FD5533BDD}"/>
              </a:ext>
            </a:extLst>
          </p:cNvPr>
          <p:cNvGrpSpPr/>
          <p:nvPr/>
        </p:nvGrpSpPr>
        <p:grpSpPr>
          <a:xfrm rot="10800000">
            <a:off x="7549700" y="4725143"/>
            <a:ext cx="2232248" cy="288032"/>
            <a:chOff x="2639616" y="1484784"/>
            <a:chExt cx="2232248" cy="288032"/>
          </a:xfrm>
        </p:grpSpPr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xmlns="" id="{872EE171-7F07-4574-9117-0D88021BF71D}"/>
                </a:ext>
              </a:extLst>
            </p:cNvPr>
            <p:cNvSpPr/>
            <p:nvPr/>
          </p:nvSpPr>
          <p:spPr>
            <a:xfrm flipV="1">
              <a:off x="2639616" y="1601694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9A7F83BE-3D78-4D94-94D0-CA7480CA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4BCCD9F3-A8E0-43B2-86A2-A2C3AD7CEB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4EDB8BE5-BB3C-4B7E-B9CE-C8BD0F6E5F42}"/>
              </a:ext>
            </a:extLst>
          </p:cNvPr>
          <p:cNvGrpSpPr/>
          <p:nvPr/>
        </p:nvGrpSpPr>
        <p:grpSpPr>
          <a:xfrm>
            <a:off x="2930723" y="3478994"/>
            <a:ext cx="6330557" cy="1102135"/>
            <a:chOff x="2930722" y="3334977"/>
            <a:chExt cx="6330557" cy="110213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F5736F1A-04FE-49AB-95AF-BB57CC961125}"/>
                </a:ext>
              </a:extLst>
            </p:cNvPr>
            <p:cNvSpPr txBox="1"/>
            <p:nvPr/>
          </p:nvSpPr>
          <p:spPr>
            <a:xfrm>
              <a:off x="3041650" y="3334977"/>
              <a:ext cx="61087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论文选题背景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16A956A5-48B4-4678-9C48-FF658E18CE00}"/>
                </a:ext>
              </a:extLst>
            </p:cNvPr>
            <p:cNvSpPr txBox="1"/>
            <p:nvPr/>
          </p:nvSpPr>
          <p:spPr>
            <a:xfrm>
              <a:off x="2930722" y="4221668"/>
              <a:ext cx="63305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latin typeface="思源宋体 CN Heavy" pitchFamily="18" charset="-122"/>
                  <a:ea typeface="思源宋体 CN Heavy" pitchFamily="18" charset="-122"/>
                </a:rPr>
                <a:t>BACKGROUND OF TOPIC SELECTION</a:t>
              </a:r>
              <a:endParaRPr lang="zh-CN" altLang="en-US" sz="800" dirty="0">
                <a:latin typeface="思源宋体 CN Heavy" pitchFamily="18" charset="-122"/>
                <a:ea typeface="思源宋体 CN Heavy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307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论文选题背景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1BF4BFC-F7B8-494C-AA52-06B2DCDE0706}"/>
              </a:ext>
            </a:extLst>
          </p:cNvPr>
          <p:cNvGrpSpPr/>
          <p:nvPr/>
        </p:nvGrpSpPr>
        <p:grpSpPr>
          <a:xfrm>
            <a:off x="6156261" y="1785332"/>
            <a:ext cx="4620260" cy="4091940"/>
            <a:chOff x="8780" y="2430"/>
            <a:chExt cx="7276" cy="6444"/>
          </a:xfrm>
        </p:grpSpPr>
        <p:sp>
          <p:nvSpPr>
            <p:cNvPr id="10" name="TextBox 59">
              <a:extLst>
                <a:ext uri="{FF2B5EF4-FFF2-40B4-BE49-F238E27FC236}">
                  <a16:creationId xmlns:a16="http://schemas.microsoft.com/office/drawing/2014/main" xmlns="" id="{6E6D7037-0A79-4CA1-A05F-8EED04C71E67}"/>
                </a:ext>
              </a:extLst>
            </p:cNvPr>
            <p:cNvSpPr txBox="1"/>
            <p:nvPr/>
          </p:nvSpPr>
          <p:spPr>
            <a:xfrm>
              <a:off x="8872" y="2516"/>
              <a:ext cx="7091" cy="6358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indent="360045" algn="just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在此输入详细文字介绍和详细信息，在此输入详细文字介绍和详细信息。在此输入详细文字介绍和详细信息，在此输入详细文字介绍和详细信息。在此输入详细文字介绍和详细信息，在此输入详细文字介绍和详细信息。</a:t>
              </a:r>
            </a:p>
            <a:p>
              <a:pPr indent="360045" algn="just">
                <a:lnSpc>
                  <a:spcPct val="130000"/>
                </a:lnSpc>
                <a:defRPr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在此输入详细文字介绍和详细信息，在此输入详细文字介绍和详细信息。在此输入详细文字介绍和详细信息，在此输入详细文字介绍和详细信息。在此输入详细文字介绍和详细信息，在此输入详细文字介绍和详细信息。在此输入详细文字介绍和详细信息，在此输入详细文字介绍和详细信息。</a:t>
              </a:r>
            </a:p>
          </p:txBody>
        </p:sp>
        <p:grpSp>
          <p:nvGrpSpPr>
            <p:cNvPr id="11" name="组合 3">
              <a:extLst>
                <a:ext uri="{FF2B5EF4-FFF2-40B4-BE49-F238E27FC236}">
                  <a16:creationId xmlns:a16="http://schemas.microsoft.com/office/drawing/2014/main" xmlns="" id="{99E46559-4C1B-467C-87A3-E68F12AE9EEF}"/>
                </a:ext>
              </a:extLst>
            </p:cNvPr>
            <p:cNvGrpSpPr/>
            <p:nvPr/>
          </p:nvGrpSpPr>
          <p:grpSpPr bwMode="auto">
            <a:xfrm>
              <a:off x="8780" y="2430"/>
              <a:ext cx="601" cy="601"/>
              <a:chOff x="5173362" y="2290297"/>
              <a:chExt cx="288324" cy="288000"/>
            </a:xfrm>
          </p:grpSpPr>
          <p:sp>
            <p:nvSpPr>
              <p:cNvPr id="15" name="半闭框 14">
                <a:extLst>
                  <a:ext uri="{FF2B5EF4-FFF2-40B4-BE49-F238E27FC236}">
                    <a16:creationId xmlns:a16="http://schemas.microsoft.com/office/drawing/2014/main" xmlns="" id="{E290A1E0-BCD4-45DE-930F-B860603872B9}"/>
                  </a:ext>
                </a:extLst>
              </p:cNvPr>
              <p:cNvSpPr/>
              <p:nvPr/>
            </p:nvSpPr>
            <p:spPr>
              <a:xfrm>
                <a:off x="5173362" y="2290297"/>
                <a:ext cx="288324" cy="288000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半闭框 15">
                <a:extLst>
                  <a:ext uri="{FF2B5EF4-FFF2-40B4-BE49-F238E27FC236}">
                    <a16:creationId xmlns:a16="http://schemas.microsoft.com/office/drawing/2014/main" xmlns="" id="{2948928D-A74B-4507-8395-2F8279AB635C}"/>
                  </a:ext>
                </a:extLst>
              </p:cNvPr>
              <p:cNvSpPr/>
              <p:nvPr/>
            </p:nvSpPr>
            <p:spPr>
              <a:xfrm>
                <a:off x="5211383" y="2328275"/>
                <a:ext cx="212283" cy="212044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组合 26">
              <a:extLst>
                <a:ext uri="{FF2B5EF4-FFF2-40B4-BE49-F238E27FC236}">
                  <a16:creationId xmlns:a16="http://schemas.microsoft.com/office/drawing/2014/main" xmlns="" id="{036D6A51-26AC-4864-85C9-1E6406E7B02B}"/>
                </a:ext>
              </a:extLst>
            </p:cNvPr>
            <p:cNvGrpSpPr/>
            <p:nvPr/>
          </p:nvGrpSpPr>
          <p:grpSpPr bwMode="auto">
            <a:xfrm flipH="1" flipV="1">
              <a:off x="15454" y="8273"/>
              <a:ext cx="602" cy="601"/>
              <a:chOff x="5173362" y="2290297"/>
              <a:chExt cx="288324" cy="288000"/>
            </a:xfrm>
          </p:grpSpPr>
          <p:sp>
            <p:nvSpPr>
              <p:cNvPr id="13" name="半闭框 12">
                <a:extLst>
                  <a:ext uri="{FF2B5EF4-FFF2-40B4-BE49-F238E27FC236}">
                    <a16:creationId xmlns:a16="http://schemas.microsoft.com/office/drawing/2014/main" xmlns="" id="{5B41AEE5-52BB-4086-B4FF-7360002B6259}"/>
                  </a:ext>
                </a:extLst>
              </p:cNvPr>
              <p:cNvSpPr/>
              <p:nvPr/>
            </p:nvSpPr>
            <p:spPr>
              <a:xfrm>
                <a:off x="5173362" y="2290297"/>
                <a:ext cx="288324" cy="288000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半闭框 13">
                <a:extLst>
                  <a:ext uri="{FF2B5EF4-FFF2-40B4-BE49-F238E27FC236}">
                    <a16:creationId xmlns:a16="http://schemas.microsoft.com/office/drawing/2014/main" xmlns="" id="{5726DBA6-F1C4-4C46-93FA-4C4B9A704FB9}"/>
                  </a:ext>
                </a:extLst>
              </p:cNvPr>
              <p:cNvSpPr/>
              <p:nvPr/>
            </p:nvSpPr>
            <p:spPr>
              <a:xfrm>
                <a:off x="5211383" y="2328275"/>
                <a:ext cx="212283" cy="212044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4AC22C4D-DDF8-4FF3-884E-FCD457573F42}"/>
              </a:ext>
            </a:extLst>
          </p:cNvPr>
          <p:cNvGrpSpPr/>
          <p:nvPr/>
        </p:nvGrpSpPr>
        <p:grpSpPr>
          <a:xfrm>
            <a:off x="2689161" y="1984722"/>
            <a:ext cx="1306831" cy="1498600"/>
            <a:chOff x="3320" y="2670"/>
            <a:chExt cx="2058" cy="2360"/>
          </a:xfrm>
        </p:grpSpPr>
        <p:sp>
          <p:nvSpPr>
            <p:cNvPr id="18" name="任意多边形 25">
              <a:extLst>
                <a:ext uri="{FF2B5EF4-FFF2-40B4-BE49-F238E27FC236}">
                  <a16:creationId xmlns:a16="http://schemas.microsoft.com/office/drawing/2014/main" xmlns="" id="{A65DDC6F-B4E1-45F5-8AFE-C1F31F7547F9}"/>
                </a:ext>
              </a:extLst>
            </p:cNvPr>
            <p:cNvSpPr/>
            <p:nvPr/>
          </p:nvSpPr>
          <p:spPr>
            <a:xfrm>
              <a:off x="3320" y="2670"/>
              <a:ext cx="2058" cy="2360"/>
            </a:xfrm>
            <a:custGeom>
              <a:avLst/>
              <a:gdLst>
                <a:gd name="connsiteX0" fmla="*/ 496458 w 989156"/>
                <a:gd name="connsiteY0" fmla="*/ 0 h 1134790"/>
                <a:gd name="connsiteX1" fmla="*/ 985016 w 989156"/>
                <a:gd name="connsiteY1" fmla="*/ 282070 h 1134790"/>
                <a:gd name="connsiteX2" fmla="*/ 989156 w 989156"/>
                <a:gd name="connsiteY2" fmla="*/ 852940 h 1134790"/>
                <a:gd name="connsiteX3" fmla="*/ 492698 w 989156"/>
                <a:gd name="connsiteY3" fmla="*/ 1134790 h 1134790"/>
                <a:gd name="connsiteX4" fmla="*/ 4140 w 989156"/>
                <a:gd name="connsiteY4" fmla="*/ 852721 h 1134790"/>
                <a:gd name="connsiteX5" fmla="*/ 0 w 989156"/>
                <a:gd name="connsiteY5" fmla="*/ 281851 h 113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156" h="1134790">
                  <a:moveTo>
                    <a:pt x="496458" y="0"/>
                  </a:moveTo>
                  <a:lnTo>
                    <a:pt x="985016" y="282070"/>
                  </a:lnTo>
                  <a:lnTo>
                    <a:pt x="989156" y="852940"/>
                  </a:lnTo>
                  <a:lnTo>
                    <a:pt x="492698" y="1134790"/>
                  </a:lnTo>
                  <a:lnTo>
                    <a:pt x="4140" y="852721"/>
                  </a:lnTo>
                  <a:lnTo>
                    <a:pt x="0" y="281851"/>
                  </a:lnTo>
                  <a:close/>
                </a:path>
              </a:pathLst>
            </a:custGeom>
            <a:noFill/>
            <a:ln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点此编辑标题</a:t>
              </a:r>
            </a:p>
          </p:txBody>
        </p:sp>
        <p:sp>
          <p:nvSpPr>
            <p:cNvPr id="19" name="任意多边形 30">
              <a:extLst>
                <a:ext uri="{FF2B5EF4-FFF2-40B4-BE49-F238E27FC236}">
                  <a16:creationId xmlns:a16="http://schemas.microsoft.com/office/drawing/2014/main" xmlns="" id="{1463D568-7732-4FBC-B2F6-9212E0E26078}"/>
                </a:ext>
              </a:extLst>
            </p:cNvPr>
            <p:cNvSpPr/>
            <p:nvPr/>
          </p:nvSpPr>
          <p:spPr>
            <a:xfrm>
              <a:off x="3320" y="2670"/>
              <a:ext cx="2048" cy="588"/>
            </a:xfrm>
            <a:custGeom>
              <a:avLst/>
              <a:gdLst>
                <a:gd name="connsiteX0" fmla="*/ 496458 w 985026"/>
                <a:gd name="connsiteY0" fmla="*/ 0 h 283389"/>
                <a:gd name="connsiteX1" fmla="*/ 985016 w 985026"/>
                <a:gd name="connsiteY1" fmla="*/ 282070 h 283389"/>
                <a:gd name="connsiteX2" fmla="*/ 985026 w 985026"/>
                <a:gd name="connsiteY2" fmla="*/ 283389 h 283389"/>
                <a:gd name="connsiteX3" fmla="*/ 11 w 985026"/>
                <a:gd name="connsiteY3" fmla="*/ 283389 h 283389"/>
                <a:gd name="connsiteX4" fmla="*/ 0 w 985026"/>
                <a:gd name="connsiteY4" fmla="*/ 281851 h 283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026" h="283389">
                  <a:moveTo>
                    <a:pt x="496458" y="0"/>
                  </a:moveTo>
                  <a:lnTo>
                    <a:pt x="985016" y="282070"/>
                  </a:lnTo>
                  <a:lnTo>
                    <a:pt x="985026" y="283389"/>
                  </a:lnTo>
                  <a:lnTo>
                    <a:pt x="11" y="283389"/>
                  </a:lnTo>
                  <a:lnTo>
                    <a:pt x="0" y="281851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81A4A1AB-3C48-41E5-B66F-76FC687E4F32}"/>
              </a:ext>
            </a:extLst>
          </p:cNvPr>
          <p:cNvGrpSpPr/>
          <p:nvPr/>
        </p:nvGrpSpPr>
        <p:grpSpPr>
          <a:xfrm>
            <a:off x="2055430" y="3154392"/>
            <a:ext cx="1306831" cy="1499870"/>
            <a:chOff x="2259" y="4514"/>
            <a:chExt cx="2058" cy="2362"/>
          </a:xfrm>
        </p:grpSpPr>
        <p:sp>
          <p:nvSpPr>
            <p:cNvPr id="21" name="任意多边形 31">
              <a:extLst>
                <a:ext uri="{FF2B5EF4-FFF2-40B4-BE49-F238E27FC236}">
                  <a16:creationId xmlns:a16="http://schemas.microsoft.com/office/drawing/2014/main" xmlns="" id="{81606097-72F9-411B-B115-058F304D4BDB}"/>
                </a:ext>
              </a:extLst>
            </p:cNvPr>
            <p:cNvSpPr/>
            <p:nvPr/>
          </p:nvSpPr>
          <p:spPr>
            <a:xfrm>
              <a:off x="2259" y="4514"/>
              <a:ext cx="2059" cy="2363"/>
            </a:xfrm>
            <a:custGeom>
              <a:avLst/>
              <a:gdLst>
                <a:gd name="connsiteX0" fmla="*/ 496458 w 989156"/>
                <a:gd name="connsiteY0" fmla="*/ 0 h 1134790"/>
                <a:gd name="connsiteX1" fmla="*/ 985016 w 989156"/>
                <a:gd name="connsiteY1" fmla="*/ 282070 h 1134790"/>
                <a:gd name="connsiteX2" fmla="*/ 989156 w 989156"/>
                <a:gd name="connsiteY2" fmla="*/ 852940 h 1134790"/>
                <a:gd name="connsiteX3" fmla="*/ 492698 w 989156"/>
                <a:gd name="connsiteY3" fmla="*/ 1134790 h 1134790"/>
                <a:gd name="connsiteX4" fmla="*/ 4140 w 989156"/>
                <a:gd name="connsiteY4" fmla="*/ 852721 h 1134790"/>
                <a:gd name="connsiteX5" fmla="*/ 0 w 989156"/>
                <a:gd name="connsiteY5" fmla="*/ 281851 h 113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156" h="1134790">
                  <a:moveTo>
                    <a:pt x="496458" y="0"/>
                  </a:moveTo>
                  <a:lnTo>
                    <a:pt x="985016" y="282070"/>
                  </a:lnTo>
                  <a:lnTo>
                    <a:pt x="989156" y="852940"/>
                  </a:lnTo>
                  <a:lnTo>
                    <a:pt x="492698" y="1134790"/>
                  </a:lnTo>
                  <a:lnTo>
                    <a:pt x="4140" y="852721"/>
                  </a:lnTo>
                  <a:lnTo>
                    <a:pt x="0" y="281851"/>
                  </a:lnTo>
                  <a:close/>
                </a:path>
              </a:pathLst>
            </a:custGeom>
            <a:noFill/>
            <a:ln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点此编辑标题</a:t>
              </a:r>
            </a:p>
          </p:txBody>
        </p:sp>
        <p:sp>
          <p:nvSpPr>
            <p:cNvPr id="22" name="任意多边形 33">
              <a:extLst>
                <a:ext uri="{FF2B5EF4-FFF2-40B4-BE49-F238E27FC236}">
                  <a16:creationId xmlns:a16="http://schemas.microsoft.com/office/drawing/2014/main" xmlns="" id="{0A4190BD-93E3-45D1-B4F1-C11E1833F6E4}"/>
                </a:ext>
              </a:extLst>
            </p:cNvPr>
            <p:cNvSpPr/>
            <p:nvPr/>
          </p:nvSpPr>
          <p:spPr>
            <a:xfrm>
              <a:off x="2259" y="4514"/>
              <a:ext cx="2052" cy="592"/>
            </a:xfrm>
            <a:custGeom>
              <a:avLst/>
              <a:gdLst>
                <a:gd name="connsiteX0" fmla="*/ 496458 w 985026"/>
                <a:gd name="connsiteY0" fmla="*/ 0 h 283389"/>
                <a:gd name="connsiteX1" fmla="*/ 985016 w 985026"/>
                <a:gd name="connsiteY1" fmla="*/ 282070 h 283389"/>
                <a:gd name="connsiteX2" fmla="*/ 985026 w 985026"/>
                <a:gd name="connsiteY2" fmla="*/ 283389 h 283389"/>
                <a:gd name="connsiteX3" fmla="*/ 11 w 985026"/>
                <a:gd name="connsiteY3" fmla="*/ 283389 h 283389"/>
                <a:gd name="connsiteX4" fmla="*/ 0 w 985026"/>
                <a:gd name="connsiteY4" fmla="*/ 281851 h 283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026" h="283389">
                  <a:moveTo>
                    <a:pt x="496458" y="0"/>
                  </a:moveTo>
                  <a:lnTo>
                    <a:pt x="985016" y="282070"/>
                  </a:lnTo>
                  <a:lnTo>
                    <a:pt x="985026" y="283389"/>
                  </a:lnTo>
                  <a:lnTo>
                    <a:pt x="11" y="283389"/>
                  </a:lnTo>
                  <a:lnTo>
                    <a:pt x="0" y="281851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F3C0D685-B0F8-4761-8CA0-C4258DF59C92}"/>
              </a:ext>
            </a:extLst>
          </p:cNvPr>
          <p:cNvGrpSpPr/>
          <p:nvPr/>
        </p:nvGrpSpPr>
        <p:grpSpPr>
          <a:xfrm>
            <a:off x="3358449" y="3155662"/>
            <a:ext cx="1309371" cy="1499870"/>
            <a:chOff x="4374" y="4514"/>
            <a:chExt cx="2062" cy="2362"/>
          </a:xfrm>
        </p:grpSpPr>
        <p:sp>
          <p:nvSpPr>
            <p:cNvPr id="24" name="任意多边形 34">
              <a:extLst>
                <a:ext uri="{FF2B5EF4-FFF2-40B4-BE49-F238E27FC236}">
                  <a16:creationId xmlns:a16="http://schemas.microsoft.com/office/drawing/2014/main" xmlns="" id="{1AEE9186-9DA7-4A01-B98C-3B7D566678A6}"/>
                </a:ext>
              </a:extLst>
            </p:cNvPr>
            <p:cNvSpPr/>
            <p:nvPr/>
          </p:nvSpPr>
          <p:spPr>
            <a:xfrm>
              <a:off x="4374" y="4514"/>
              <a:ext cx="2062" cy="2363"/>
            </a:xfrm>
            <a:custGeom>
              <a:avLst/>
              <a:gdLst>
                <a:gd name="connsiteX0" fmla="*/ 496458 w 989156"/>
                <a:gd name="connsiteY0" fmla="*/ 0 h 1134790"/>
                <a:gd name="connsiteX1" fmla="*/ 985016 w 989156"/>
                <a:gd name="connsiteY1" fmla="*/ 282070 h 1134790"/>
                <a:gd name="connsiteX2" fmla="*/ 989156 w 989156"/>
                <a:gd name="connsiteY2" fmla="*/ 852940 h 1134790"/>
                <a:gd name="connsiteX3" fmla="*/ 492698 w 989156"/>
                <a:gd name="connsiteY3" fmla="*/ 1134790 h 1134790"/>
                <a:gd name="connsiteX4" fmla="*/ 4140 w 989156"/>
                <a:gd name="connsiteY4" fmla="*/ 852721 h 1134790"/>
                <a:gd name="connsiteX5" fmla="*/ 0 w 989156"/>
                <a:gd name="connsiteY5" fmla="*/ 281851 h 113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156" h="1134790">
                  <a:moveTo>
                    <a:pt x="496458" y="0"/>
                  </a:moveTo>
                  <a:lnTo>
                    <a:pt x="985016" y="282070"/>
                  </a:lnTo>
                  <a:lnTo>
                    <a:pt x="989156" y="852940"/>
                  </a:lnTo>
                  <a:lnTo>
                    <a:pt x="492698" y="1134790"/>
                  </a:lnTo>
                  <a:lnTo>
                    <a:pt x="4140" y="852721"/>
                  </a:lnTo>
                  <a:lnTo>
                    <a:pt x="0" y="281851"/>
                  </a:lnTo>
                  <a:close/>
                </a:path>
              </a:pathLst>
            </a:custGeom>
            <a:noFill/>
            <a:ln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点此编辑标题</a:t>
              </a:r>
            </a:p>
          </p:txBody>
        </p:sp>
        <p:sp>
          <p:nvSpPr>
            <p:cNvPr id="25" name="任意多边形 35">
              <a:extLst>
                <a:ext uri="{FF2B5EF4-FFF2-40B4-BE49-F238E27FC236}">
                  <a16:creationId xmlns:a16="http://schemas.microsoft.com/office/drawing/2014/main" xmlns="" id="{7F4B4AC7-6AE6-4EFF-878A-B27654562C5D}"/>
                </a:ext>
              </a:extLst>
            </p:cNvPr>
            <p:cNvSpPr/>
            <p:nvPr/>
          </p:nvSpPr>
          <p:spPr>
            <a:xfrm>
              <a:off x="4374" y="4514"/>
              <a:ext cx="2052" cy="592"/>
            </a:xfrm>
            <a:custGeom>
              <a:avLst/>
              <a:gdLst>
                <a:gd name="connsiteX0" fmla="*/ 496458 w 985026"/>
                <a:gd name="connsiteY0" fmla="*/ 0 h 283389"/>
                <a:gd name="connsiteX1" fmla="*/ 985016 w 985026"/>
                <a:gd name="connsiteY1" fmla="*/ 282070 h 283389"/>
                <a:gd name="connsiteX2" fmla="*/ 985026 w 985026"/>
                <a:gd name="connsiteY2" fmla="*/ 283389 h 283389"/>
                <a:gd name="connsiteX3" fmla="*/ 11 w 985026"/>
                <a:gd name="connsiteY3" fmla="*/ 283389 h 283389"/>
                <a:gd name="connsiteX4" fmla="*/ 0 w 985026"/>
                <a:gd name="connsiteY4" fmla="*/ 281851 h 283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026" h="283389">
                  <a:moveTo>
                    <a:pt x="496458" y="0"/>
                  </a:moveTo>
                  <a:lnTo>
                    <a:pt x="985016" y="282070"/>
                  </a:lnTo>
                  <a:lnTo>
                    <a:pt x="985026" y="283389"/>
                  </a:lnTo>
                  <a:lnTo>
                    <a:pt x="11" y="283389"/>
                  </a:lnTo>
                  <a:lnTo>
                    <a:pt x="0" y="281851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xmlns="" id="{492BF6B9-4A8A-4F8E-A4D5-5684583952D9}"/>
              </a:ext>
            </a:extLst>
          </p:cNvPr>
          <p:cNvGrpSpPr/>
          <p:nvPr/>
        </p:nvGrpSpPr>
        <p:grpSpPr>
          <a:xfrm>
            <a:off x="1348041" y="4326602"/>
            <a:ext cx="1306831" cy="1499870"/>
            <a:chOff x="1208" y="6358"/>
            <a:chExt cx="2058" cy="2362"/>
          </a:xfrm>
        </p:grpSpPr>
        <p:sp>
          <p:nvSpPr>
            <p:cNvPr id="27" name="任意多边形 36">
              <a:extLst>
                <a:ext uri="{FF2B5EF4-FFF2-40B4-BE49-F238E27FC236}">
                  <a16:creationId xmlns:a16="http://schemas.microsoft.com/office/drawing/2014/main" xmlns="" id="{06F6FD43-84C9-49EA-A7BF-6227F5658071}"/>
                </a:ext>
              </a:extLst>
            </p:cNvPr>
            <p:cNvSpPr/>
            <p:nvPr/>
          </p:nvSpPr>
          <p:spPr>
            <a:xfrm>
              <a:off x="1208" y="6358"/>
              <a:ext cx="2059" cy="2363"/>
            </a:xfrm>
            <a:custGeom>
              <a:avLst/>
              <a:gdLst>
                <a:gd name="connsiteX0" fmla="*/ 496458 w 989156"/>
                <a:gd name="connsiteY0" fmla="*/ 0 h 1134790"/>
                <a:gd name="connsiteX1" fmla="*/ 985016 w 989156"/>
                <a:gd name="connsiteY1" fmla="*/ 282070 h 1134790"/>
                <a:gd name="connsiteX2" fmla="*/ 989156 w 989156"/>
                <a:gd name="connsiteY2" fmla="*/ 852940 h 1134790"/>
                <a:gd name="connsiteX3" fmla="*/ 492698 w 989156"/>
                <a:gd name="connsiteY3" fmla="*/ 1134790 h 1134790"/>
                <a:gd name="connsiteX4" fmla="*/ 4140 w 989156"/>
                <a:gd name="connsiteY4" fmla="*/ 852721 h 1134790"/>
                <a:gd name="connsiteX5" fmla="*/ 0 w 989156"/>
                <a:gd name="connsiteY5" fmla="*/ 281851 h 113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156" h="1134790">
                  <a:moveTo>
                    <a:pt x="496458" y="0"/>
                  </a:moveTo>
                  <a:lnTo>
                    <a:pt x="985016" y="282070"/>
                  </a:lnTo>
                  <a:lnTo>
                    <a:pt x="989156" y="852940"/>
                  </a:lnTo>
                  <a:lnTo>
                    <a:pt x="492698" y="1134790"/>
                  </a:lnTo>
                  <a:lnTo>
                    <a:pt x="4140" y="852721"/>
                  </a:lnTo>
                  <a:lnTo>
                    <a:pt x="0" y="281851"/>
                  </a:lnTo>
                  <a:close/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点此编辑标题</a:t>
              </a:r>
            </a:p>
          </p:txBody>
        </p:sp>
        <p:sp>
          <p:nvSpPr>
            <p:cNvPr id="28" name="任意多边形 38">
              <a:extLst>
                <a:ext uri="{FF2B5EF4-FFF2-40B4-BE49-F238E27FC236}">
                  <a16:creationId xmlns:a16="http://schemas.microsoft.com/office/drawing/2014/main" xmlns="" id="{686817EB-718E-4CC3-89E5-7C3CE6385FD6}"/>
                </a:ext>
              </a:extLst>
            </p:cNvPr>
            <p:cNvSpPr/>
            <p:nvPr/>
          </p:nvSpPr>
          <p:spPr>
            <a:xfrm>
              <a:off x="1208" y="6358"/>
              <a:ext cx="2049" cy="592"/>
            </a:xfrm>
            <a:custGeom>
              <a:avLst/>
              <a:gdLst>
                <a:gd name="connsiteX0" fmla="*/ 496458 w 985026"/>
                <a:gd name="connsiteY0" fmla="*/ 0 h 283389"/>
                <a:gd name="connsiteX1" fmla="*/ 985016 w 985026"/>
                <a:gd name="connsiteY1" fmla="*/ 282070 h 283389"/>
                <a:gd name="connsiteX2" fmla="*/ 985026 w 985026"/>
                <a:gd name="connsiteY2" fmla="*/ 283389 h 283389"/>
                <a:gd name="connsiteX3" fmla="*/ 11 w 985026"/>
                <a:gd name="connsiteY3" fmla="*/ 283389 h 283389"/>
                <a:gd name="connsiteX4" fmla="*/ 0 w 985026"/>
                <a:gd name="connsiteY4" fmla="*/ 281851 h 283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026" h="283389">
                  <a:moveTo>
                    <a:pt x="496458" y="0"/>
                  </a:moveTo>
                  <a:lnTo>
                    <a:pt x="985016" y="282070"/>
                  </a:lnTo>
                  <a:lnTo>
                    <a:pt x="985026" y="283389"/>
                  </a:lnTo>
                  <a:lnTo>
                    <a:pt x="11" y="283389"/>
                  </a:lnTo>
                  <a:lnTo>
                    <a:pt x="0" y="28185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83620A83-810A-47B7-B533-07B8DB469FF7}"/>
              </a:ext>
            </a:extLst>
          </p:cNvPr>
          <p:cNvGrpSpPr/>
          <p:nvPr/>
        </p:nvGrpSpPr>
        <p:grpSpPr>
          <a:xfrm>
            <a:off x="2691065" y="4326602"/>
            <a:ext cx="1306831" cy="1499870"/>
            <a:chOff x="3323" y="6358"/>
            <a:chExt cx="2058" cy="2362"/>
          </a:xfrm>
        </p:grpSpPr>
        <p:sp>
          <p:nvSpPr>
            <p:cNvPr id="30" name="任意多边形 39">
              <a:extLst>
                <a:ext uri="{FF2B5EF4-FFF2-40B4-BE49-F238E27FC236}">
                  <a16:creationId xmlns:a16="http://schemas.microsoft.com/office/drawing/2014/main" xmlns="" id="{C0A98417-85B3-4345-8EBE-50B55BCFB4AA}"/>
                </a:ext>
              </a:extLst>
            </p:cNvPr>
            <p:cNvSpPr/>
            <p:nvPr/>
          </p:nvSpPr>
          <p:spPr>
            <a:xfrm>
              <a:off x="3323" y="6358"/>
              <a:ext cx="2059" cy="2363"/>
            </a:xfrm>
            <a:custGeom>
              <a:avLst/>
              <a:gdLst>
                <a:gd name="connsiteX0" fmla="*/ 496458 w 989156"/>
                <a:gd name="connsiteY0" fmla="*/ 0 h 1134790"/>
                <a:gd name="connsiteX1" fmla="*/ 985016 w 989156"/>
                <a:gd name="connsiteY1" fmla="*/ 282070 h 1134790"/>
                <a:gd name="connsiteX2" fmla="*/ 989156 w 989156"/>
                <a:gd name="connsiteY2" fmla="*/ 852940 h 1134790"/>
                <a:gd name="connsiteX3" fmla="*/ 492698 w 989156"/>
                <a:gd name="connsiteY3" fmla="*/ 1134790 h 1134790"/>
                <a:gd name="connsiteX4" fmla="*/ 4140 w 989156"/>
                <a:gd name="connsiteY4" fmla="*/ 852721 h 1134790"/>
                <a:gd name="connsiteX5" fmla="*/ 0 w 989156"/>
                <a:gd name="connsiteY5" fmla="*/ 281851 h 113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156" h="1134790">
                  <a:moveTo>
                    <a:pt x="496458" y="0"/>
                  </a:moveTo>
                  <a:lnTo>
                    <a:pt x="985016" y="282070"/>
                  </a:lnTo>
                  <a:lnTo>
                    <a:pt x="989156" y="852940"/>
                  </a:lnTo>
                  <a:lnTo>
                    <a:pt x="492698" y="1134790"/>
                  </a:lnTo>
                  <a:lnTo>
                    <a:pt x="4140" y="852721"/>
                  </a:lnTo>
                  <a:lnTo>
                    <a:pt x="0" y="281851"/>
                  </a:lnTo>
                  <a:close/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点此编辑标题</a:t>
              </a:r>
            </a:p>
          </p:txBody>
        </p:sp>
        <p:sp>
          <p:nvSpPr>
            <p:cNvPr id="31" name="任意多边形 41">
              <a:extLst>
                <a:ext uri="{FF2B5EF4-FFF2-40B4-BE49-F238E27FC236}">
                  <a16:creationId xmlns:a16="http://schemas.microsoft.com/office/drawing/2014/main" xmlns="" id="{868F97C1-4533-4C93-979A-2504C6598874}"/>
                </a:ext>
              </a:extLst>
            </p:cNvPr>
            <p:cNvSpPr/>
            <p:nvPr/>
          </p:nvSpPr>
          <p:spPr>
            <a:xfrm>
              <a:off x="3323" y="6358"/>
              <a:ext cx="2049" cy="592"/>
            </a:xfrm>
            <a:custGeom>
              <a:avLst/>
              <a:gdLst>
                <a:gd name="connsiteX0" fmla="*/ 496458 w 985026"/>
                <a:gd name="connsiteY0" fmla="*/ 0 h 283389"/>
                <a:gd name="connsiteX1" fmla="*/ 985016 w 985026"/>
                <a:gd name="connsiteY1" fmla="*/ 282070 h 283389"/>
                <a:gd name="connsiteX2" fmla="*/ 985026 w 985026"/>
                <a:gd name="connsiteY2" fmla="*/ 283389 h 283389"/>
                <a:gd name="connsiteX3" fmla="*/ 11 w 985026"/>
                <a:gd name="connsiteY3" fmla="*/ 283389 h 283389"/>
                <a:gd name="connsiteX4" fmla="*/ 0 w 985026"/>
                <a:gd name="connsiteY4" fmla="*/ 281851 h 283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026" h="283389">
                  <a:moveTo>
                    <a:pt x="496458" y="0"/>
                  </a:moveTo>
                  <a:lnTo>
                    <a:pt x="985016" y="282070"/>
                  </a:lnTo>
                  <a:lnTo>
                    <a:pt x="985026" y="283389"/>
                  </a:lnTo>
                  <a:lnTo>
                    <a:pt x="11" y="283389"/>
                  </a:lnTo>
                  <a:lnTo>
                    <a:pt x="0" y="28185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FA5042E8-7281-46E0-B696-158B7515AEF8}"/>
              </a:ext>
            </a:extLst>
          </p:cNvPr>
          <p:cNvGrpSpPr/>
          <p:nvPr/>
        </p:nvGrpSpPr>
        <p:grpSpPr>
          <a:xfrm>
            <a:off x="4035994" y="4326602"/>
            <a:ext cx="1309371" cy="1499870"/>
            <a:chOff x="5441" y="6358"/>
            <a:chExt cx="2062" cy="2362"/>
          </a:xfrm>
        </p:grpSpPr>
        <p:sp>
          <p:nvSpPr>
            <p:cNvPr id="33" name="任意多边形 42">
              <a:extLst>
                <a:ext uri="{FF2B5EF4-FFF2-40B4-BE49-F238E27FC236}">
                  <a16:creationId xmlns:a16="http://schemas.microsoft.com/office/drawing/2014/main" xmlns="" id="{48B42B9B-7384-4B51-BF14-9831FA17338F}"/>
                </a:ext>
              </a:extLst>
            </p:cNvPr>
            <p:cNvSpPr/>
            <p:nvPr/>
          </p:nvSpPr>
          <p:spPr>
            <a:xfrm>
              <a:off x="5441" y="6358"/>
              <a:ext cx="2062" cy="2363"/>
            </a:xfrm>
            <a:custGeom>
              <a:avLst/>
              <a:gdLst>
                <a:gd name="connsiteX0" fmla="*/ 496458 w 989156"/>
                <a:gd name="connsiteY0" fmla="*/ 0 h 1134790"/>
                <a:gd name="connsiteX1" fmla="*/ 985016 w 989156"/>
                <a:gd name="connsiteY1" fmla="*/ 282070 h 1134790"/>
                <a:gd name="connsiteX2" fmla="*/ 989156 w 989156"/>
                <a:gd name="connsiteY2" fmla="*/ 852940 h 1134790"/>
                <a:gd name="connsiteX3" fmla="*/ 492698 w 989156"/>
                <a:gd name="connsiteY3" fmla="*/ 1134790 h 1134790"/>
                <a:gd name="connsiteX4" fmla="*/ 4140 w 989156"/>
                <a:gd name="connsiteY4" fmla="*/ 852721 h 1134790"/>
                <a:gd name="connsiteX5" fmla="*/ 0 w 989156"/>
                <a:gd name="connsiteY5" fmla="*/ 281851 h 113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156" h="1134790">
                  <a:moveTo>
                    <a:pt x="496458" y="0"/>
                  </a:moveTo>
                  <a:lnTo>
                    <a:pt x="985016" y="282070"/>
                  </a:lnTo>
                  <a:lnTo>
                    <a:pt x="989156" y="852940"/>
                  </a:lnTo>
                  <a:lnTo>
                    <a:pt x="492698" y="1134790"/>
                  </a:lnTo>
                  <a:lnTo>
                    <a:pt x="4140" y="852721"/>
                  </a:lnTo>
                  <a:lnTo>
                    <a:pt x="0" y="281851"/>
                  </a:lnTo>
                  <a:close/>
                </a:path>
              </a:pathLst>
            </a:cu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点此编辑标题</a:t>
              </a:r>
            </a:p>
          </p:txBody>
        </p:sp>
        <p:sp>
          <p:nvSpPr>
            <p:cNvPr id="34" name="任意多边形 44">
              <a:extLst>
                <a:ext uri="{FF2B5EF4-FFF2-40B4-BE49-F238E27FC236}">
                  <a16:creationId xmlns:a16="http://schemas.microsoft.com/office/drawing/2014/main" xmlns="" id="{1DFE693F-E7AF-4CDF-8FE5-868E148E9F0F}"/>
                </a:ext>
              </a:extLst>
            </p:cNvPr>
            <p:cNvSpPr/>
            <p:nvPr/>
          </p:nvSpPr>
          <p:spPr>
            <a:xfrm>
              <a:off x="5441" y="6358"/>
              <a:ext cx="2052" cy="592"/>
            </a:xfrm>
            <a:custGeom>
              <a:avLst/>
              <a:gdLst>
                <a:gd name="connsiteX0" fmla="*/ 496458 w 985026"/>
                <a:gd name="connsiteY0" fmla="*/ 0 h 283389"/>
                <a:gd name="connsiteX1" fmla="*/ 985016 w 985026"/>
                <a:gd name="connsiteY1" fmla="*/ 282070 h 283389"/>
                <a:gd name="connsiteX2" fmla="*/ 985026 w 985026"/>
                <a:gd name="connsiteY2" fmla="*/ 283389 h 283389"/>
                <a:gd name="connsiteX3" fmla="*/ 11 w 985026"/>
                <a:gd name="connsiteY3" fmla="*/ 283389 h 283389"/>
                <a:gd name="connsiteX4" fmla="*/ 0 w 985026"/>
                <a:gd name="connsiteY4" fmla="*/ 281851 h 283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026" h="283389">
                  <a:moveTo>
                    <a:pt x="496458" y="0"/>
                  </a:moveTo>
                  <a:lnTo>
                    <a:pt x="985016" y="282070"/>
                  </a:lnTo>
                  <a:lnTo>
                    <a:pt x="985026" y="283389"/>
                  </a:lnTo>
                  <a:lnTo>
                    <a:pt x="11" y="283389"/>
                  </a:lnTo>
                  <a:lnTo>
                    <a:pt x="0" y="28185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anchor="ctr"/>
            <a:lstStyle/>
            <a:p>
              <a:pPr algn="ctr">
                <a:defRPr/>
              </a:pP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36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论文选题背景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5CEBC93D-A757-4FF7-BE11-B0ABF5BB839E}"/>
              </a:ext>
            </a:extLst>
          </p:cNvPr>
          <p:cNvGrpSpPr/>
          <p:nvPr/>
        </p:nvGrpSpPr>
        <p:grpSpPr>
          <a:xfrm>
            <a:off x="4632958" y="1913936"/>
            <a:ext cx="2926087" cy="3867701"/>
            <a:chOff x="4632957" y="1555360"/>
            <a:chExt cx="2926086" cy="3867701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xmlns="" id="{942A7F98-EA55-4290-B1D1-1B1A0C4B40AE}"/>
                </a:ext>
              </a:extLst>
            </p:cNvPr>
            <p:cNvCxnSpPr>
              <a:stCxn id="33" idx="3"/>
              <a:endCxn id="31" idx="1"/>
            </p:cNvCxnSpPr>
            <p:nvPr/>
          </p:nvCxnSpPr>
          <p:spPr>
            <a:xfrm>
              <a:off x="5399314" y="1938538"/>
              <a:ext cx="139337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xmlns="" id="{B1FDF7E3-5628-49FB-BBE5-0E7DD0B23216}"/>
                </a:ext>
              </a:extLst>
            </p:cNvPr>
            <p:cNvCxnSpPr>
              <a:stCxn id="29" idx="3"/>
              <a:endCxn id="27" idx="1"/>
            </p:cNvCxnSpPr>
            <p:nvPr/>
          </p:nvCxnSpPr>
          <p:spPr>
            <a:xfrm>
              <a:off x="5399313" y="3489211"/>
              <a:ext cx="139337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BD232725-405A-4118-B89C-5A20B3AA1144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 flipV="1">
              <a:off x="5399312" y="5039882"/>
              <a:ext cx="1393374" cy="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0D8DE66D-0534-4AAF-B755-B957B4C082A3}"/>
                </a:ext>
              </a:extLst>
            </p:cNvPr>
            <p:cNvCxnSpPr/>
            <p:nvPr/>
          </p:nvCxnSpPr>
          <p:spPr>
            <a:xfrm>
              <a:off x="6096000" y="1938538"/>
              <a:ext cx="0" cy="31013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0CD40592-7078-4BD1-B0F8-A690DDF9A90B}"/>
                </a:ext>
              </a:extLst>
            </p:cNvPr>
            <p:cNvSpPr/>
            <p:nvPr/>
          </p:nvSpPr>
          <p:spPr>
            <a:xfrm>
              <a:off x="6063735" y="1906272"/>
              <a:ext cx="64527" cy="6452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9AA3D28E-7C5B-4BC9-8834-E38E21860750}"/>
                </a:ext>
              </a:extLst>
            </p:cNvPr>
            <p:cNvSpPr/>
            <p:nvPr/>
          </p:nvSpPr>
          <p:spPr>
            <a:xfrm>
              <a:off x="6063735" y="3456942"/>
              <a:ext cx="64527" cy="6452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9556EDA7-CB50-49DD-88F8-FF5901912E3C}"/>
                </a:ext>
              </a:extLst>
            </p:cNvPr>
            <p:cNvSpPr/>
            <p:nvPr/>
          </p:nvSpPr>
          <p:spPr>
            <a:xfrm>
              <a:off x="6063736" y="5007612"/>
              <a:ext cx="64527" cy="6452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xmlns="" id="{7198C629-D188-4F16-A978-895992154230}"/>
                </a:ext>
              </a:extLst>
            </p:cNvPr>
            <p:cNvGrpSpPr/>
            <p:nvPr/>
          </p:nvGrpSpPr>
          <p:grpSpPr>
            <a:xfrm>
              <a:off x="4632959" y="1555360"/>
              <a:ext cx="766355" cy="766355"/>
              <a:chOff x="4632959" y="1555360"/>
              <a:chExt cx="766355" cy="766355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xmlns="" id="{58856B48-4C25-4EB3-9D39-91E5888D03BF}"/>
                  </a:ext>
                </a:extLst>
              </p:cNvPr>
              <p:cNvSpPr/>
              <p:nvPr/>
            </p:nvSpPr>
            <p:spPr>
              <a:xfrm>
                <a:off x="4632959" y="1555360"/>
                <a:ext cx="766355" cy="766355"/>
              </a:xfrm>
              <a:prstGeom prst="rect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xmlns="" id="{0840023A-0813-476D-AAB0-919E939871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17705" y="1744423"/>
                <a:ext cx="406716" cy="388229"/>
              </a:xfrm>
              <a:prstGeom prst="rect">
                <a:avLst/>
              </a:prstGeom>
            </p:spPr>
          </p:pic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xmlns="" id="{3A29FB67-390F-46D9-BF32-5A2AE62CFD5C}"/>
                </a:ext>
              </a:extLst>
            </p:cNvPr>
            <p:cNvGrpSpPr/>
            <p:nvPr/>
          </p:nvGrpSpPr>
          <p:grpSpPr>
            <a:xfrm>
              <a:off x="6792688" y="1555360"/>
              <a:ext cx="766355" cy="766355"/>
              <a:chOff x="6792688" y="1555360"/>
              <a:chExt cx="766355" cy="766355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xmlns="" id="{6CC23FA6-A50E-46BD-9C53-B9456155F24D}"/>
                  </a:ext>
                </a:extLst>
              </p:cNvPr>
              <p:cNvSpPr/>
              <p:nvPr/>
            </p:nvSpPr>
            <p:spPr>
              <a:xfrm>
                <a:off x="6792688" y="1555360"/>
                <a:ext cx="766355" cy="766355"/>
              </a:xfrm>
              <a:prstGeom prst="rect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xmlns="" id="{3112A6B3-2015-4C11-B607-5081C4D10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992533" y="1744425"/>
                <a:ext cx="366659" cy="388227"/>
              </a:xfrm>
              <a:prstGeom prst="rect">
                <a:avLst/>
              </a:prstGeom>
            </p:spPr>
          </p:pic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xmlns="" id="{45AD5647-FA5B-4A70-8D34-BDFD820B4B45}"/>
                </a:ext>
              </a:extLst>
            </p:cNvPr>
            <p:cNvGrpSpPr/>
            <p:nvPr/>
          </p:nvGrpSpPr>
          <p:grpSpPr>
            <a:xfrm>
              <a:off x="4632958" y="3106033"/>
              <a:ext cx="766355" cy="766355"/>
              <a:chOff x="4632958" y="3106033"/>
              <a:chExt cx="766355" cy="766355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xmlns="" id="{BEFB557B-B6AC-4570-9634-9A6A14C62E2F}"/>
                  </a:ext>
                </a:extLst>
              </p:cNvPr>
              <p:cNvSpPr/>
              <p:nvPr/>
            </p:nvSpPr>
            <p:spPr>
              <a:xfrm>
                <a:off x="4632958" y="3106033"/>
                <a:ext cx="766355" cy="76635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xmlns="" id="{E2DF89BA-F688-4C01-BF2B-E0E5BFF72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70086" y="3331926"/>
                <a:ext cx="292099" cy="314568"/>
              </a:xfrm>
              <a:prstGeom prst="rect">
                <a:avLst/>
              </a:prstGeom>
            </p:spPr>
          </p:pic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xmlns="" id="{53FB6822-DC24-4CBA-AA2B-87AAEDDE27A4}"/>
                </a:ext>
              </a:extLst>
            </p:cNvPr>
            <p:cNvGrpSpPr/>
            <p:nvPr/>
          </p:nvGrpSpPr>
          <p:grpSpPr>
            <a:xfrm>
              <a:off x="6792687" y="3106033"/>
              <a:ext cx="766355" cy="766355"/>
              <a:chOff x="6792687" y="3106033"/>
              <a:chExt cx="766355" cy="766355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xmlns="" id="{D8A3DE11-55B3-4DD5-8AC6-582A7B44EE0C}"/>
                  </a:ext>
                </a:extLst>
              </p:cNvPr>
              <p:cNvSpPr/>
              <p:nvPr/>
            </p:nvSpPr>
            <p:spPr>
              <a:xfrm>
                <a:off x="6792687" y="3106033"/>
                <a:ext cx="766355" cy="766355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xmlns="" id="{985DF92C-B0E5-42FC-BF7A-0CC8D366B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999084" y="3292271"/>
                <a:ext cx="353560" cy="393878"/>
              </a:xfrm>
              <a:prstGeom prst="rect">
                <a:avLst/>
              </a:prstGeom>
            </p:spPr>
          </p:pic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xmlns="" id="{CDE60F57-63FE-4B08-96F4-201A34834976}"/>
                </a:ext>
              </a:extLst>
            </p:cNvPr>
            <p:cNvGrpSpPr/>
            <p:nvPr/>
          </p:nvGrpSpPr>
          <p:grpSpPr>
            <a:xfrm>
              <a:off x="4632957" y="4656706"/>
              <a:ext cx="766355" cy="766355"/>
              <a:chOff x="4632957" y="4656706"/>
              <a:chExt cx="766355" cy="766355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xmlns="" id="{C77AE06C-DB9D-4326-B581-0708BCF3E35C}"/>
                  </a:ext>
                </a:extLst>
              </p:cNvPr>
              <p:cNvSpPr/>
              <p:nvPr/>
            </p:nvSpPr>
            <p:spPr>
              <a:xfrm>
                <a:off x="4632957" y="4656706"/>
                <a:ext cx="766355" cy="766355"/>
              </a:xfrm>
              <a:prstGeom prst="rect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xmlns="" id="{32564089-A7B7-48C6-8B3C-CC8540B05D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909430" y="4881711"/>
                <a:ext cx="213408" cy="316345"/>
              </a:xfrm>
              <a:prstGeom prst="rect">
                <a:avLst/>
              </a:prstGeom>
            </p:spPr>
          </p:pic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xmlns="" id="{E208E088-58CF-42BF-A484-D1008D1CFD6F}"/>
                </a:ext>
              </a:extLst>
            </p:cNvPr>
            <p:cNvGrpSpPr/>
            <p:nvPr/>
          </p:nvGrpSpPr>
          <p:grpSpPr>
            <a:xfrm>
              <a:off x="6792686" y="4656706"/>
              <a:ext cx="766355" cy="766355"/>
              <a:chOff x="6792686" y="4656706"/>
              <a:chExt cx="766355" cy="766355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xmlns="" id="{57AE6F3A-4225-45F2-BA45-657B3DBEE18F}"/>
                  </a:ext>
                </a:extLst>
              </p:cNvPr>
              <p:cNvSpPr/>
              <p:nvPr/>
            </p:nvSpPr>
            <p:spPr>
              <a:xfrm>
                <a:off x="6792686" y="4656706"/>
                <a:ext cx="766355" cy="766355"/>
              </a:xfrm>
              <a:prstGeom prst="rect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xmlns="" id="{9A6D930F-8949-4757-BEA6-DBAE903E02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000464" y="4871179"/>
                <a:ext cx="350798" cy="337409"/>
              </a:xfrm>
              <a:prstGeom prst="rect">
                <a:avLst/>
              </a:prstGeom>
            </p:spPr>
          </p:pic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xmlns="" id="{EAF90BCD-524C-4C89-AD57-EB74D7A4B43E}"/>
              </a:ext>
            </a:extLst>
          </p:cNvPr>
          <p:cNvGrpSpPr/>
          <p:nvPr/>
        </p:nvGrpSpPr>
        <p:grpSpPr>
          <a:xfrm>
            <a:off x="7662632" y="1837209"/>
            <a:ext cx="3096989" cy="919799"/>
            <a:chOff x="2387058" y="1985663"/>
            <a:chExt cx="3096989" cy="919799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xmlns="" id="{AB0A8A70-41AF-4E0E-928B-ABE1E72A014C}"/>
                </a:ext>
              </a:extLst>
            </p:cNvPr>
            <p:cNvSpPr txBox="1"/>
            <p:nvPr/>
          </p:nvSpPr>
          <p:spPr>
            <a:xfrm>
              <a:off x="2387058" y="19856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xmlns="" id="{F9EDBC94-65C3-40A3-BF53-972433CF30AC}"/>
                </a:ext>
              </a:extLst>
            </p:cNvPr>
            <p:cNvSpPr txBox="1"/>
            <p:nvPr/>
          </p:nvSpPr>
          <p:spPr>
            <a:xfrm>
              <a:off x="2387058" y="2382242"/>
              <a:ext cx="309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5CC7E96C-D3F9-4862-B263-49BE7ED82F38}"/>
              </a:ext>
            </a:extLst>
          </p:cNvPr>
          <p:cNvGrpSpPr/>
          <p:nvPr/>
        </p:nvGrpSpPr>
        <p:grpSpPr>
          <a:xfrm>
            <a:off x="7662632" y="3387879"/>
            <a:ext cx="3096989" cy="919799"/>
            <a:chOff x="2387058" y="1985663"/>
            <a:chExt cx="3096989" cy="919799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xmlns="" id="{EBC17983-9E83-4808-A72D-02EBA5172400}"/>
                </a:ext>
              </a:extLst>
            </p:cNvPr>
            <p:cNvSpPr txBox="1"/>
            <p:nvPr/>
          </p:nvSpPr>
          <p:spPr>
            <a:xfrm>
              <a:off x="2387058" y="19856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365A5015-1658-46EF-933A-E395EFE154DB}"/>
                </a:ext>
              </a:extLst>
            </p:cNvPr>
            <p:cNvSpPr txBox="1"/>
            <p:nvPr/>
          </p:nvSpPr>
          <p:spPr>
            <a:xfrm>
              <a:off x="2387058" y="2382242"/>
              <a:ext cx="309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单击此处添加标题内容，标题要与内容相符，注意字体大小。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xmlns="" id="{7BDECA0F-D6CC-4263-BF17-49FFB4587005}"/>
              </a:ext>
            </a:extLst>
          </p:cNvPr>
          <p:cNvGrpSpPr/>
          <p:nvPr/>
        </p:nvGrpSpPr>
        <p:grpSpPr>
          <a:xfrm>
            <a:off x="7662632" y="4938551"/>
            <a:ext cx="3096989" cy="919799"/>
            <a:chOff x="2387058" y="1985663"/>
            <a:chExt cx="3096989" cy="919799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xmlns="" id="{20EE9B28-B0E8-4828-834E-C1551DBDB122}"/>
                </a:ext>
              </a:extLst>
            </p:cNvPr>
            <p:cNvSpPr txBox="1"/>
            <p:nvPr/>
          </p:nvSpPr>
          <p:spPr>
            <a:xfrm>
              <a:off x="2387058" y="19856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xmlns="" id="{C747D7A7-3551-4CB2-BB52-6D1D73C3C53A}"/>
                </a:ext>
              </a:extLst>
            </p:cNvPr>
            <p:cNvSpPr txBox="1"/>
            <p:nvPr/>
          </p:nvSpPr>
          <p:spPr>
            <a:xfrm>
              <a:off x="2387058" y="2382242"/>
              <a:ext cx="309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单击此处添加标题内容，标题要与内容相符，注意字体大小。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xmlns="" id="{6ECA884B-53C5-4494-87F1-35186BE59430}"/>
              </a:ext>
            </a:extLst>
          </p:cNvPr>
          <p:cNvGrpSpPr/>
          <p:nvPr/>
        </p:nvGrpSpPr>
        <p:grpSpPr>
          <a:xfrm>
            <a:off x="1436006" y="1837209"/>
            <a:ext cx="3096989" cy="919799"/>
            <a:chOff x="2387058" y="1985663"/>
            <a:chExt cx="3096989" cy="919799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xmlns="" id="{EB34BEDD-4E23-430B-AF5F-0984595CE9E1}"/>
                </a:ext>
              </a:extLst>
            </p:cNvPr>
            <p:cNvSpPr txBox="1"/>
            <p:nvPr/>
          </p:nvSpPr>
          <p:spPr>
            <a:xfrm>
              <a:off x="3655247" y="19856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xmlns="" id="{4F52DC5A-C269-4DC0-8E00-364569915343}"/>
                </a:ext>
              </a:extLst>
            </p:cNvPr>
            <p:cNvSpPr txBox="1"/>
            <p:nvPr/>
          </p:nvSpPr>
          <p:spPr>
            <a:xfrm>
              <a:off x="2387058" y="2382242"/>
              <a:ext cx="309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单击此处添加标题内容，标题要与内容相符，注意字体大小。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4F77A41F-A43E-4AB9-A67F-7FBBA0396F01}"/>
              </a:ext>
            </a:extLst>
          </p:cNvPr>
          <p:cNvGrpSpPr/>
          <p:nvPr/>
        </p:nvGrpSpPr>
        <p:grpSpPr>
          <a:xfrm>
            <a:off x="1436006" y="3387879"/>
            <a:ext cx="3096989" cy="919799"/>
            <a:chOff x="2387058" y="1985663"/>
            <a:chExt cx="3096989" cy="919799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xmlns="" id="{BB957ED0-46D5-4331-B0F0-FCF933CBCB0E}"/>
                </a:ext>
              </a:extLst>
            </p:cNvPr>
            <p:cNvSpPr txBox="1"/>
            <p:nvPr/>
          </p:nvSpPr>
          <p:spPr>
            <a:xfrm>
              <a:off x="3655247" y="19856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16BB41AE-D042-4CEB-B51B-DAFFB7056317}"/>
                </a:ext>
              </a:extLst>
            </p:cNvPr>
            <p:cNvSpPr txBox="1"/>
            <p:nvPr/>
          </p:nvSpPr>
          <p:spPr>
            <a:xfrm>
              <a:off x="2387058" y="2382242"/>
              <a:ext cx="309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单击此处添加标题内容，标题要与内容相符，注意字体大小。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xmlns="" id="{4EC2F9EE-3017-4FED-A1E6-CC3D534990A3}"/>
              </a:ext>
            </a:extLst>
          </p:cNvPr>
          <p:cNvGrpSpPr/>
          <p:nvPr/>
        </p:nvGrpSpPr>
        <p:grpSpPr>
          <a:xfrm>
            <a:off x="1436006" y="4938551"/>
            <a:ext cx="3096989" cy="919799"/>
            <a:chOff x="2387058" y="1985663"/>
            <a:chExt cx="3096989" cy="919799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xmlns="" id="{DE180E84-3BD8-41B4-B5AC-6BF6DA0499AE}"/>
                </a:ext>
              </a:extLst>
            </p:cNvPr>
            <p:cNvSpPr txBox="1"/>
            <p:nvPr/>
          </p:nvSpPr>
          <p:spPr>
            <a:xfrm>
              <a:off x="3655247" y="1985663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xmlns="" id="{E100D6AF-CF83-45BA-95C4-C6ACCB8E7BBB}"/>
                </a:ext>
              </a:extLst>
            </p:cNvPr>
            <p:cNvSpPr txBox="1"/>
            <p:nvPr/>
          </p:nvSpPr>
          <p:spPr>
            <a:xfrm>
              <a:off x="2387058" y="2382242"/>
              <a:ext cx="30969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70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论文选题背景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241529D4-3AF2-4A38-A8EC-D27803A80182}"/>
              </a:ext>
            </a:extLst>
          </p:cNvPr>
          <p:cNvCxnSpPr/>
          <p:nvPr/>
        </p:nvCxnSpPr>
        <p:spPr>
          <a:xfrm>
            <a:off x="0" y="3077029"/>
            <a:ext cx="1219200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B4C511D1-2658-463F-BDBD-A243642B2D8B}"/>
              </a:ext>
            </a:extLst>
          </p:cNvPr>
          <p:cNvGrpSpPr/>
          <p:nvPr/>
        </p:nvGrpSpPr>
        <p:grpSpPr>
          <a:xfrm>
            <a:off x="1468640" y="2273014"/>
            <a:ext cx="1612329" cy="1635188"/>
            <a:chOff x="1468638" y="2330037"/>
            <a:chExt cx="1612329" cy="1635188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xmlns="" id="{685EFD2B-4FB2-4D93-A13C-419E008421F3}"/>
                </a:ext>
              </a:extLst>
            </p:cNvPr>
            <p:cNvSpPr/>
            <p:nvPr/>
          </p:nvSpPr>
          <p:spPr>
            <a:xfrm>
              <a:off x="1468638" y="2330037"/>
              <a:ext cx="1612329" cy="1612329"/>
            </a:xfrm>
            <a:prstGeom prst="arc">
              <a:avLst>
                <a:gd name="adj1" fmla="val 2399681"/>
                <a:gd name="adj2" fmla="val 845939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xmlns="" id="{EEDDA308-121E-4E11-B39E-702BF26E592A}"/>
                </a:ext>
              </a:extLst>
            </p:cNvPr>
            <p:cNvGrpSpPr/>
            <p:nvPr/>
          </p:nvGrpSpPr>
          <p:grpSpPr>
            <a:xfrm>
              <a:off x="1620911" y="3619469"/>
              <a:ext cx="1298256" cy="345756"/>
              <a:chOff x="1620911" y="3619469"/>
              <a:chExt cx="1298256" cy="345756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xmlns="" id="{3DC56FAB-B27C-4C73-8041-934D7415463E}"/>
                  </a:ext>
                </a:extLst>
              </p:cNvPr>
              <p:cNvSpPr/>
              <p:nvPr/>
            </p:nvSpPr>
            <p:spPr>
              <a:xfrm>
                <a:off x="2251942" y="3919506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xmlns="" id="{F80DC730-6D26-43B6-942A-7D548B863829}"/>
                  </a:ext>
                </a:extLst>
              </p:cNvPr>
              <p:cNvSpPr/>
              <p:nvPr/>
            </p:nvSpPr>
            <p:spPr>
              <a:xfrm>
                <a:off x="1620911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xmlns="" id="{E46B2AF3-E10C-4E75-9C36-0A66D35EE834}"/>
                  </a:ext>
                </a:extLst>
              </p:cNvPr>
              <p:cNvSpPr/>
              <p:nvPr/>
            </p:nvSpPr>
            <p:spPr>
              <a:xfrm>
                <a:off x="2873448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1EBDC367-51F6-46E3-BC62-F3336D8AFA67}"/>
              </a:ext>
            </a:extLst>
          </p:cNvPr>
          <p:cNvGrpSpPr/>
          <p:nvPr/>
        </p:nvGrpSpPr>
        <p:grpSpPr>
          <a:xfrm>
            <a:off x="4016104" y="2273014"/>
            <a:ext cx="1612329" cy="1635188"/>
            <a:chOff x="1468638" y="2330037"/>
            <a:chExt cx="1612329" cy="1635188"/>
          </a:xfrm>
        </p:grpSpPr>
        <p:sp>
          <p:nvSpPr>
            <p:cNvPr id="17" name="弧形 16">
              <a:extLst>
                <a:ext uri="{FF2B5EF4-FFF2-40B4-BE49-F238E27FC236}">
                  <a16:creationId xmlns:a16="http://schemas.microsoft.com/office/drawing/2014/main" xmlns="" id="{E62498BB-38B5-4F63-A7A4-0628C9E9831D}"/>
                </a:ext>
              </a:extLst>
            </p:cNvPr>
            <p:cNvSpPr/>
            <p:nvPr/>
          </p:nvSpPr>
          <p:spPr>
            <a:xfrm>
              <a:off x="1468638" y="2330037"/>
              <a:ext cx="1612329" cy="1612329"/>
            </a:xfrm>
            <a:prstGeom prst="arc">
              <a:avLst>
                <a:gd name="adj1" fmla="val 2399681"/>
                <a:gd name="adj2" fmla="val 845939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xmlns="" id="{BF6C288E-84AE-4149-B687-BC731E94E6C7}"/>
                </a:ext>
              </a:extLst>
            </p:cNvPr>
            <p:cNvGrpSpPr/>
            <p:nvPr/>
          </p:nvGrpSpPr>
          <p:grpSpPr>
            <a:xfrm>
              <a:off x="1620911" y="3619469"/>
              <a:ext cx="1298256" cy="345756"/>
              <a:chOff x="1620911" y="3619469"/>
              <a:chExt cx="1298256" cy="345756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xmlns="" id="{7B70ACFB-8F36-44BE-AF20-6EA16168DE0B}"/>
                  </a:ext>
                </a:extLst>
              </p:cNvPr>
              <p:cNvSpPr/>
              <p:nvPr/>
            </p:nvSpPr>
            <p:spPr>
              <a:xfrm>
                <a:off x="2251942" y="3919506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xmlns="" id="{54DAC4D4-00FC-4E65-B78E-5F18A5E0A858}"/>
                  </a:ext>
                </a:extLst>
              </p:cNvPr>
              <p:cNvSpPr/>
              <p:nvPr/>
            </p:nvSpPr>
            <p:spPr>
              <a:xfrm>
                <a:off x="1620911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xmlns="" id="{6F3AC757-2F59-4244-914D-1B92AFDFE873}"/>
                  </a:ext>
                </a:extLst>
              </p:cNvPr>
              <p:cNvSpPr/>
              <p:nvPr/>
            </p:nvSpPr>
            <p:spPr>
              <a:xfrm>
                <a:off x="2873448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1078D20A-F46F-424C-B1BD-BE82BD4D262D}"/>
              </a:ext>
            </a:extLst>
          </p:cNvPr>
          <p:cNvGrpSpPr/>
          <p:nvPr/>
        </p:nvGrpSpPr>
        <p:grpSpPr>
          <a:xfrm>
            <a:off x="6563568" y="2273014"/>
            <a:ext cx="1612329" cy="1635188"/>
            <a:chOff x="1468638" y="2330037"/>
            <a:chExt cx="1612329" cy="1635188"/>
          </a:xfrm>
        </p:grpSpPr>
        <p:sp>
          <p:nvSpPr>
            <p:cNvPr id="23" name="弧形 22">
              <a:extLst>
                <a:ext uri="{FF2B5EF4-FFF2-40B4-BE49-F238E27FC236}">
                  <a16:creationId xmlns:a16="http://schemas.microsoft.com/office/drawing/2014/main" xmlns="" id="{4791EA5D-CBDC-4D24-921E-41AC0DAD1681}"/>
                </a:ext>
              </a:extLst>
            </p:cNvPr>
            <p:cNvSpPr/>
            <p:nvPr/>
          </p:nvSpPr>
          <p:spPr>
            <a:xfrm>
              <a:off x="1468638" y="2330037"/>
              <a:ext cx="1612329" cy="1612329"/>
            </a:xfrm>
            <a:prstGeom prst="arc">
              <a:avLst>
                <a:gd name="adj1" fmla="val 2399681"/>
                <a:gd name="adj2" fmla="val 845939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xmlns="" id="{70E8D579-3340-4A0A-BF34-9C4BAE85D037}"/>
                </a:ext>
              </a:extLst>
            </p:cNvPr>
            <p:cNvGrpSpPr/>
            <p:nvPr/>
          </p:nvGrpSpPr>
          <p:grpSpPr>
            <a:xfrm>
              <a:off x="1620911" y="3619469"/>
              <a:ext cx="1298256" cy="345756"/>
              <a:chOff x="1620911" y="3619469"/>
              <a:chExt cx="1298256" cy="345756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xmlns="" id="{419AF5FF-CA89-47E9-9BF1-C95447D3E569}"/>
                  </a:ext>
                </a:extLst>
              </p:cNvPr>
              <p:cNvSpPr/>
              <p:nvPr/>
            </p:nvSpPr>
            <p:spPr>
              <a:xfrm>
                <a:off x="2251942" y="3919506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xmlns="" id="{518B58FF-CF03-4A33-96FA-D5A3930981A3}"/>
                  </a:ext>
                </a:extLst>
              </p:cNvPr>
              <p:cNvSpPr/>
              <p:nvPr/>
            </p:nvSpPr>
            <p:spPr>
              <a:xfrm>
                <a:off x="1620911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xmlns="" id="{0D28807A-BC8F-47CE-81ED-A4BDA4E774CC}"/>
                  </a:ext>
                </a:extLst>
              </p:cNvPr>
              <p:cNvSpPr/>
              <p:nvPr/>
            </p:nvSpPr>
            <p:spPr>
              <a:xfrm>
                <a:off x="2873448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5251675D-F4C3-486D-872F-F082F12A0585}"/>
              </a:ext>
            </a:extLst>
          </p:cNvPr>
          <p:cNvGrpSpPr/>
          <p:nvPr/>
        </p:nvGrpSpPr>
        <p:grpSpPr>
          <a:xfrm>
            <a:off x="9111033" y="2273014"/>
            <a:ext cx="1612329" cy="1635188"/>
            <a:chOff x="1468638" y="2330037"/>
            <a:chExt cx="1612329" cy="1635188"/>
          </a:xfrm>
        </p:grpSpPr>
        <p:sp>
          <p:nvSpPr>
            <p:cNvPr id="29" name="弧形 28">
              <a:extLst>
                <a:ext uri="{FF2B5EF4-FFF2-40B4-BE49-F238E27FC236}">
                  <a16:creationId xmlns:a16="http://schemas.microsoft.com/office/drawing/2014/main" xmlns="" id="{5BD77710-67E2-455F-8B73-6AE2F93998C5}"/>
                </a:ext>
              </a:extLst>
            </p:cNvPr>
            <p:cNvSpPr/>
            <p:nvPr/>
          </p:nvSpPr>
          <p:spPr>
            <a:xfrm>
              <a:off x="1468638" y="2330037"/>
              <a:ext cx="1612329" cy="1612329"/>
            </a:xfrm>
            <a:prstGeom prst="arc">
              <a:avLst>
                <a:gd name="adj1" fmla="val 2399681"/>
                <a:gd name="adj2" fmla="val 845939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xmlns="" id="{E30DEAF8-C798-4AE2-92CE-A184155DA5D3}"/>
                </a:ext>
              </a:extLst>
            </p:cNvPr>
            <p:cNvGrpSpPr/>
            <p:nvPr/>
          </p:nvGrpSpPr>
          <p:grpSpPr>
            <a:xfrm>
              <a:off x="1620911" y="3619469"/>
              <a:ext cx="1298256" cy="345756"/>
              <a:chOff x="1620911" y="3619469"/>
              <a:chExt cx="1298256" cy="345756"/>
            </a:xfrm>
          </p:grpSpPr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xmlns="" id="{F49007F9-6BE2-4105-A166-25F3E9AEAD26}"/>
                  </a:ext>
                </a:extLst>
              </p:cNvPr>
              <p:cNvSpPr/>
              <p:nvPr/>
            </p:nvSpPr>
            <p:spPr>
              <a:xfrm>
                <a:off x="2251942" y="3919506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xmlns="" id="{9F2A15AA-27CF-46D4-A7C7-76A9DF5FAC60}"/>
                  </a:ext>
                </a:extLst>
              </p:cNvPr>
              <p:cNvSpPr/>
              <p:nvPr/>
            </p:nvSpPr>
            <p:spPr>
              <a:xfrm>
                <a:off x="1620911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xmlns="" id="{5BBC0FCD-5817-4469-B96F-1EB2D3E7B7F8}"/>
                  </a:ext>
                </a:extLst>
              </p:cNvPr>
              <p:cNvSpPr/>
              <p:nvPr/>
            </p:nvSpPr>
            <p:spPr>
              <a:xfrm>
                <a:off x="2873448" y="3619469"/>
                <a:ext cx="45719" cy="45719"/>
              </a:xfrm>
              <a:prstGeom prst="ellipse">
                <a:avLst/>
              </a:prstGeom>
              <a:solidFill>
                <a:srgbClr val="A7A7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5B05D429-D257-48D0-BA1F-659685890DC1}"/>
              </a:ext>
            </a:extLst>
          </p:cNvPr>
          <p:cNvGrpSpPr/>
          <p:nvPr/>
        </p:nvGrpSpPr>
        <p:grpSpPr>
          <a:xfrm>
            <a:off x="1468639" y="2284443"/>
            <a:ext cx="1612331" cy="1612330"/>
            <a:chOff x="1468639" y="2284443"/>
            <a:chExt cx="1612330" cy="161233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xmlns="" id="{24A2F8DC-5DF6-4DC4-B2F9-92D7A7B939AF}"/>
                </a:ext>
              </a:extLst>
            </p:cNvPr>
            <p:cNvSpPr/>
            <p:nvPr/>
          </p:nvSpPr>
          <p:spPr>
            <a:xfrm>
              <a:off x="1468639" y="2284443"/>
              <a:ext cx="1612330" cy="16123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xmlns="" id="{40C9CC38-6A3F-4BF7-99F2-98C31D807F40}"/>
                </a:ext>
              </a:extLst>
            </p:cNvPr>
            <p:cNvSpPr/>
            <p:nvPr/>
          </p:nvSpPr>
          <p:spPr>
            <a:xfrm>
              <a:off x="1571185" y="2369083"/>
              <a:ext cx="1407236" cy="1407236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xmlns="" id="{A76D34C6-B7E8-42C3-92B6-69307B28930A}"/>
                </a:ext>
              </a:extLst>
            </p:cNvPr>
            <p:cNvSpPr txBox="1"/>
            <p:nvPr/>
          </p:nvSpPr>
          <p:spPr>
            <a:xfrm>
              <a:off x="1571185" y="2774085"/>
              <a:ext cx="14241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20XX</a:t>
              </a:r>
              <a:endPara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7C01BDE3-3577-4628-AD90-A5B017E4AC1E}"/>
              </a:ext>
            </a:extLst>
          </p:cNvPr>
          <p:cNvGrpSpPr/>
          <p:nvPr/>
        </p:nvGrpSpPr>
        <p:grpSpPr>
          <a:xfrm>
            <a:off x="4016103" y="2284443"/>
            <a:ext cx="1612331" cy="1612330"/>
            <a:chOff x="4016103" y="2284443"/>
            <a:chExt cx="1612330" cy="1612330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xmlns="" id="{ECBA64EC-D668-4C79-89DF-990D20530E58}"/>
                </a:ext>
              </a:extLst>
            </p:cNvPr>
            <p:cNvSpPr/>
            <p:nvPr/>
          </p:nvSpPr>
          <p:spPr>
            <a:xfrm>
              <a:off x="4016103" y="2284443"/>
              <a:ext cx="1612330" cy="16123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xmlns="" id="{D3BE2DA3-AE1A-4C0F-AC24-E2DD4C0A225A}"/>
                </a:ext>
              </a:extLst>
            </p:cNvPr>
            <p:cNvSpPr/>
            <p:nvPr/>
          </p:nvSpPr>
          <p:spPr>
            <a:xfrm>
              <a:off x="4118650" y="2369084"/>
              <a:ext cx="1407236" cy="140723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xmlns="" id="{B627D178-8C0E-47B2-AF9F-351E40D0316D}"/>
                </a:ext>
              </a:extLst>
            </p:cNvPr>
            <p:cNvSpPr txBox="1"/>
            <p:nvPr/>
          </p:nvSpPr>
          <p:spPr>
            <a:xfrm>
              <a:off x="4118649" y="2774085"/>
              <a:ext cx="14072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20XX</a:t>
              </a:r>
              <a:endPara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4DF2B7F6-85E9-410D-BCEE-6C2867BB99B6}"/>
              </a:ext>
            </a:extLst>
          </p:cNvPr>
          <p:cNvGrpSpPr/>
          <p:nvPr/>
        </p:nvGrpSpPr>
        <p:grpSpPr>
          <a:xfrm>
            <a:off x="6563567" y="2284443"/>
            <a:ext cx="1612331" cy="1612330"/>
            <a:chOff x="6563567" y="2284443"/>
            <a:chExt cx="1612330" cy="1612330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xmlns="" id="{25F2AACC-64C9-448B-BD95-76C2720488CA}"/>
                </a:ext>
              </a:extLst>
            </p:cNvPr>
            <p:cNvSpPr/>
            <p:nvPr/>
          </p:nvSpPr>
          <p:spPr>
            <a:xfrm>
              <a:off x="6563567" y="2284443"/>
              <a:ext cx="1612330" cy="16123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xmlns="" id="{3DCA3BAF-1CB6-42F2-842E-52E821376F00}"/>
                </a:ext>
              </a:extLst>
            </p:cNvPr>
            <p:cNvSpPr/>
            <p:nvPr/>
          </p:nvSpPr>
          <p:spPr>
            <a:xfrm>
              <a:off x="6666114" y="2369084"/>
              <a:ext cx="1407236" cy="1407236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xmlns="" id="{5BDD7C62-CB6A-43B0-A834-C8A621F395FF}"/>
                </a:ext>
              </a:extLst>
            </p:cNvPr>
            <p:cNvSpPr txBox="1"/>
            <p:nvPr/>
          </p:nvSpPr>
          <p:spPr>
            <a:xfrm>
              <a:off x="6666113" y="2774085"/>
              <a:ext cx="14072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20XX</a:t>
              </a:r>
              <a:endPara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42D42196-83B1-465F-AFC7-5342870DC176}"/>
              </a:ext>
            </a:extLst>
          </p:cNvPr>
          <p:cNvGrpSpPr/>
          <p:nvPr/>
        </p:nvGrpSpPr>
        <p:grpSpPr>
          <a:xfrm>
            <a:off x="9111032" y="2284443"/>
            <a:ext cx="1612331" cy="1612330"/>
            <a:chOff x="9111032" y="2284443"/>
            <a:chExt cx="1612330" cy="1612330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xmlns="" id="{0918AFFE-7EBA-4155-ABFF-E626D2612355}"/>
                </a:ext>
              </a:extLst>
            </p:cNvPr>
            <p:cNvSpPr/>
            <p:nvPr/>
          </p:nvSpPr>
          <p:spPr>
            <a:xfrm>
              <a:off x="9111032" y="2284443"/>
              <a:ext cx="1612330" cy="16123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xmlns="" id="{7A62FDC5-7898-4596-8938-FF8900C5314C}"/>
                </a:ext>
              </a:extLst>
            </p:cNvPr>
            <p:cNvSpPr/>
            <p:nvPr/>
          </p:nvSpPr>
          <p:spPr>
            <a:xfrm>
              <a:off x="9213578" y="2369084"/>
              <a:ext cx="1407236" cy="1407236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64F11C45-8A7F-4662-B859-8CF98C486BCF}"/>
                </a:ext>
              </a:extLst>
            </p:cNvPr>
            <p:cNvSpPr txBox="1"/>
            <p:nvPr/>
          </p:nvSpPr>
          <p:spPr>
            <a:xfrm>
              <a:off x="9263305" y="2774085"/>
              <a:ext cx="13575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20XX</a:t>
              </a:r>
              <a:endPara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xmlns="" id="{5EDA157E-784C-4722-90C3-FA37F009F838}"/>
              </a:ext>
            </a:extLst>
          </p:cNvPr>
          <p:cNvGrpSpPr/>
          <p:nvPr/>
        </p:nvGrpSpPr>
        <p:grpSpPr>
          <a:xfrm>
            <a:off x="1049793" y="4199718"/>
            <a:ext cx="2371489" cy="1200329"/>
            <a:chOff x="1284233" y="4377092"/>
            <a:chExt cx="2371489" cy="1200329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xmlns="" id="{8249A6C8-7BF5-475F-9294-DB2CA5FAD2F3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xmlns="" id="{327ACCD6-F86D-49F2-8245-481AD46AC8CA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xmlns="" id="{00AC402F-B8AC-4D81-88D4-43E77464E8A3}"/>
              </a:ext>
            </a:extLst>
          </p:cNvPr>
          <p:cNvGrpSpPr/>
          <p:nvPr/>
        </p:nvGrpSpPr>
        <p:grpSpPr>
          <a:xfrm>
            <a:off x="3617965" y="4199718"/>
            <a:ext cx="2371489" cy="1200329"/>
            <a:chOff x="1284233" y="4377092"/>
            <a:chExt cx="2371489" cy="1200329"/>
          </a:xfrm>
        </p:grpSpPr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xmlns="" id="{975DD88B-1674-4659-869C-ACC45474D619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xmlns="" id="{E9A76229-FD98-435A-907E-9D2DD7A38201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xmlns="" id="{2855C008-7A2A-4720-870D-5D7B982D7F45}"/>
              </a:ext>
            </a:extLst>
          </p:cNvPr>
          <p:cNvGrpSpPr/>
          <p:nvPr/>
        </p:nvGrpSpPr>
        <p:grpSpPr>
          <a:xfrm>
            <a:off x="6186137" y="4199718"/>
            <a:ext cx="2371489" cy="1200329"/>
            <a:chOff x="1284233" y="4377092"/>
            <a:chExt cx="2371489" cy="1200329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xmlns="" id="{35FBEB16-4012-4C63-B664-A9A60EC2D69F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xmlns="" id="{CCCA78C5-2BF3-4BF0-AA49-BFEA0BC4194F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xmlns="" id="{4E2AD17B-B6D7-4B60-B673-6051641FC7D0}"/>
              </a:ext>
            </a:extLst>
          </p:cNvPr>
          <p:cNvGrpSpPr/>
          <p:nvPr/>
        </p:nvGrpSpPr>
        <p:grpSpPr>
          <a:xfrm>
            <a:off x="8754310" y="4199718"/>
            <a:ext cx="2371489" cy="1200329"/>
            <a:chOff x="1284233" y="4377092"/>
            <a:chExt cx="2371489" cy="1200329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xmlns="" id="{6861FEEF-1A52-4103-A309-1DF37E0DEA31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xmlns="" id="{7F3C1BC6-42FA-48B9-A9AA-0CD1F54596C5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3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论文选题背景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295B8EF5-6B4D-4286-B7A8-90DFE276C42E}"/>
              </a:ext>
            </a:extLst>
          </p:cNvPr>
          <p:cNvGrpSpPr/>
          <p:nvPr/>
        </p:nvGrpSpPr>
        <p:grpSpPr>
          <a:xfrm>
            <a:off x="4421505" y="2259332"/>
            <a:ext cx="3195955" cy="3198495"/>
            <a:chOff x="3218020" y="2137420"/>
            <a:chExt cx="2752869" cy="2753319"/>
          </a:xfrm>
        </p:grpSpPr>
        <p:sp>
          <p:nvSpPr>
            <p:cNvPr id="10" name="椭圆 6">
              <a:extLst>
                <a:ext uri="{FF2B5EF4-FFF2-40B4-BE49-F238E27FC236}">
                  <a16:creationId xmlns:a16="http://schemas.microsoft.com/office/drawing/2014/main" xmlns="" id="{DC3A8806-B984-4B15-ADBA-B52A0E5C3173}"/>
                </a:ext>
              </a:extLst>
            </p:cNvPr>
            <p:cNvSpPr/>
            <p:nvPr/>
          </p:nvSpPr>
          <p:spPr>
            <a:xfrm flipH="1" flipV="1">
              <a:off x="4617911" y="3332449"/>
              <a:ext cx="1352978" cy="1558290"/>
            </a:xfrm>
            <a:custGeom>
              <a:avLst/>
              <a:gdLst/>
              <a:ahLst/>
              <a:cxnLst/>
              <a:rect l="l" t="t" r="r" b="b"/>
              <a:pathLst>
                <a:path w="1352978" h="1558290">
                  <a:moveTo>
                    <a:pt x="779145" y="0"/>
                  </a:moveTo>
                  <a:cubicBezTo>
                    <a:pt x="1007226" y="0"/>
                    <a:pt x="1212417" y="98002"/>
                    <a:pt x="1352978" y="255954"/>
                  </a:cubicBezTo>
                  <a:cubicBezTo>
                    <a:pt x="1230457" y="395537"/>
                    <a:pt x="1158327" y="578918"/>
                    <a:pt x="1158327" y="779145"/>
                  </a:cubicBezTo>
                  <a:cubicBezTo>
                    <a:pt x="1158327" y="979373"/>
                    <a:pt x="1230457" y="1162753"/>
                    <a:pt x="1352978" y="1302337"/>
                  </a:cubicBezTo>
                  <a:cubicBezTo>
                    <a:pt x="1212417" y="1460288"/>
                    <a:pt x="1007226" y="1558290"/>
                    <a:pt x="779145" y="1558290"/>
                  </a:cubicBezTo>
                  <a:cubicBezTo>
                    <a:pt x="348835" y="1558290"/>
                    <a:pt x="0" y="1209455"/>
                    <a:pt x="0" y="779145"/>
                  </a:cubicBezTo>
                  <a:cubicBezTo>
                    <a:pt x="0" y="611543"/>
                    <a:pt x="52919" y="456302"/>
                    <a:pt x="144162" y="330069"/>
                  </a:cubicBezTo>
                  <a:lnTo>
                    <a:pt x="109784" y="108908"/>
                  </a:lnTo>
                  <a:lnTo>
                    <a:pt x="331101" y="143310"/>
                  </a:lnTo>
                  <a:cubicBezTo>
                    <a:pt x="457190" y="52617"/>
                    <a:pt x="612023" y="0"/>
                    <a:pt x="779145" y="0"/>
                  </a:cubicBezTo>
                  <a:close/>
                </a:path>
              </a:pathLst>
            </a:custGeom>
            <a:solidFill>
              <a:srgbClr val="327EC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椭圆 61">
              <a:extLst>
                <a:ext uri="{FF2B5EF4-FFF2-40B4-BE49-F238E27FC236}">
                  <a16:creationId xmlns:a16="http://schemas.microsoft.com/office/drawing/2014/main" xmlns="" id="{44C96529-5C86-427D-A5D6-9DB933503451}"/>
                </a:ext>
              </a:extLst>
            </p:cNvPr>
            <p:cNvSpPr/>
            <p:nvPr/>
          </p:nvSpPr>
          <p:spPr>
            <a:xfrm flipH="1" flipV="1">
              <a:off x="3218020" y="3537575"/>
              <a:ext cx="1558290" cy="1353163"/>
            </a:xfrm>
            <a:custGeom>
              <a:avLst/>
              <a:gdLst/>
              <a:ahLst/>
              <a:cxnLst/>
              <a:rect l="l" t="t" r="r" b="b"/>
              <a:pathLst>
                <a:path w="1558290" h="1353163">
                  <a:moveTo>
                    <a:pt x="779145" y="0"/>
                  </a:moveTo>
                  <a:cubicBezTo>
                    <a:pt x="946584" y="0"/>
                    <a:pt x="1101686" y="52816"/>
                    <a:pt x="1227870" y="143872"/>
                  </a:cubicBezTo>
                  <a:lnTo>
                    <a:pt x="1452805" y="108907"/>
                  </a:lnTo>
                  <a:lnTo>
                    <a:pt x="1417746" y="334454"/>
                  </a:lnTo>
                  <a:cubicBezTo>
                    <a:pt x="1506649" y="460075"/>
                    <a:pt x="1558290" y="613579"/>
                    <a:pt x="1558290" y="779145"/>
                  </a:cubicBezTo>
                  <a:cubicBezTo>
                    <a:pt x="1558290" y="1007122"/>
                    <a:pt x="1460378" y="1212230"/>
                    <a:pt x="1302560" y="1352794"/>
                  </a:cubicBezTo>
                  <a:cubicBezTo>
                    <a:pt x="1163008" y="1230383"/>
                    <a:pt x="979715" y="1158329"/>
                    <a:pt x="779593" y="1158329"/>
                  </a:cubicBezTo>
                  <a:cubicBezTo>
                    <a:pt x="579261" y="1158329"/>
                    <a:pt x="395794" y="1230534"/>
                    <a:pt x="256179" y="1353163"/>
                  </a:cubicBezTo>
                  <a:cubicBezTo>
                    <a:pt x="98093" y="1212607"/>
                    <a:pt x="0" y="1007331"/>
                    <a:pt x="0" y="779145"/>
                  </a:cubicBezTo>
                  <a:cubicBezTo>
                    <a:pt x="0" y="348835"/>
                    <a:pt x="348835" y="0"/>
                    <a:pt x="779145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椭圆 6">
              <a:extLst>
                <a:ext uri="{FF2B5EF4-FFF2-40B4-BE49-F238E27FC236}">
                  <a16:creationId xmlns:a16="http://schemas.microsoft.com/office/drawing/2014/main" xmlns="" id="{7AACAAC3-7F5E-45ED-94C6-1502962C37B4}"/>
                </a:ext>
              </a:extLst>
            </p:cNvPr>
            <p:cNvSpPr/>
            <p:nvPr/>
          </p:nvSpPr>
          <p:spPr>
            <a:xfrm>
              <a:off x="3218020" y="2137420"/>
              <a:ext cx="1352978" cy="1558290"/>
            </a:xfrm>
            <a:custGeom>
              <a:avLst/>
              <a:gdLst/>
              <a:ahLst/>
              <a:cxnLst/>
              <a:rect l="l" t="t" r="r" b="b"/>
              <a:pathLst>
                <a:path w="1352978" h="1558290">
                  <a:moveTo>
                    <a:pt x="779145" y="0"/>
                  </a:moveTo>
                  <a:cubicBezTo>
                    <a:pt x="1007226" y="0"/>
                    <a:pt x="1212417" y="98002"/>
                    <a:pt x="1352978" y="255954"/>
                  </a:cubicBezTo>
                  <a:cubicBezTo>
                    <a:pt x="1230457" y="395537"/>
                    <a:pt x="1158327" y="578918"/>
                    <a:pt x="1158327" y="779145"/>
                  </a:cubicBezTo>
                  <a:cubicBezTo>
                    <a:pt x="1158327" y="979373"/>
                    <a:pt x="1230457" y="1162753"/>
                    <a:pt x="1352978" y="1302337"/>
                  </a:cubicBezTo>
                  <a:cubicBezTo>
                    <a:pt x="1212417" y="1460288"/>
                    <a:pt x="1007226" y="1558290"/>
                    <a:pt x="779145" y="1558290"/>
                  </a:cubicBezTo>
                  <a:cubicBezTo>
                    <a:pt x="348835" y="1558290"/>
                    <a:pt x="0" y="1209455"/>
                    <a:pt x="0" y="779145"/>
                  </a:cubicBezTo>
                  <a:cubicBezTo>
                    <a:pt x="0" y="611543"/>
                    <a:pt x="52919" y="456302"/>
                    <a:pt x="144162" y="330069"/>
                  </a:cubicBezTo>
                  <a:lnTo>
                    <a:pt x="109784" y="108908"/>
                  </a:lnTo>
                  <a:lnTo>
                    <a:pt x="331101" y="143310"/>
                  </a:lnTo>
                  <a:cubicBezTo>
                    <a:pt x="457190" y="52617"/>
                    <a:pt x="612023" y="0"/>
                    <a:pt x="779145" y="0"/>
                  </a:cubicBezTo>
                  <a:close/>
                </a:path>
              </a:pathLst>
            </a:custGeom>
            <a:solidFill>
              <a:srgbClr val="327EC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椭圆 61">
              <a:extLst>
                <a:ext uri="{FF2B5EF4-FFF2-40B4-BE49-F238E27FC236}">
                  <a16:creationId xmlns:a16="http://schemas.microsoft.com/office/drawing/2014/main" xmlns="" id="{737DB41D-D2D7-460A-80DF-8B3DD5D4CB91}"/>
                </a:ext>
              </a:extLst>
            </p:cNvPr>
            <p:cNvSpPr/>
            <p:nvPr/>
          </p:nvSpPr>
          <p:spPr>
            <a:xfrm>
              <a:off x="4412599" y="2137421"/>
              <a:ext cx="1558290" cy="1353163"/>
            </a:xfrm>
            <a:custGeom>
              <a:avLst/>
              <a:gdLst/>
              <a:ahLst/>
              <a:cxnLst/>
              <a:rect l="l" t="t" r="r" b="b"/>
              <a:pathLst>
                <a:path w="1558290" h="1353163">
                  <a:moveTo>
                    <a:pt x="779145" y="0"/>
                  </a:moveTo>
                  <a:cubicBezTo>
                    <a:pt x="946584" y="0"/>
                    <a:pt x="1101686" y="52816"/>
                    <a:pt x="1227870" y="143872"/>
                  </a:cubicBezTo>
                  <a:lnTo>
                    <a:pt x="1452805" y="108907"/>
                  </a:lnTo>
                  <a:lnTo>
                    <a:pt x="1417746" y="334454"/>
                  </a:lnTo>
                  <a:cubicBezTo>
                    <a:pt x="1506649" y="460075"/>
                    <a:pt x="1558290" y="613579"/>
                    <a:pt x="1558290" y="779145"/>
                  </a:cubicBezTo>
                  <a:cubicBezTo>
                    <a:pt x="1558290" y="1007122"/>
                    <a:pt x="1460378" y="1212230"/>
                    <a:pt x="1302560" y="1352794"/>
                  </a:cubicBezTo>
                  <a:cubicBezTo>
                    <a:pt x="1163008" y="1230383"/>
                    <a:pt x="979715" y="1158329"/>
                    <a:pt x="779593" y="1158329"/>
                  </a:cubicBezTo>
                  <a:cubicBezTo>
                    <a:pt x="579261" y="1158329"/>
                    <a:pt x="395794" y="1230534"/>
                    <a:pt x="256179" y="1353163"/>
                  </a:cubicBezTo>
                  <a:cubicBezTo>
                    <a:pt x="98093" y="1212607"/>
                    <a:pt x="0" y="1007331"/>
                    <a:pt x="0" y="779145"/>
                  </a:cubicBezTo>
                  <a:cubicBezTo>
                    <a:pt x="0" y="348835"/>
                    <a:pt x="348835" y="0"/>
                    <a:pt x="779145" y="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800B68CA-4D9B-4599-9D05-53F8A0D7CA91}"/>
                </a:ext>
              </a:extLst>
            </p:cNvPr>
            <p:cNvSpPr/>
            <p:nvPr/>
          </p:nvSpPr>
          <p:spPr>
            <a:xfrm flipH="1" flipV="1">
              <a:off x="4486830" y="3432539"/>
              <a:ext cx="215248" cy="215248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Box 121">
              <a:extLst>
                <a:ext uri="{FF2B5EF4-FFF2-40B4-BE49-F238E27FC236}">
                  <a16:creationId xmlns:a16="http://schemas.microsoft.com/office/drawing/2014/main" xmlns="" id="{045841F5-A866-4C89-BD78-33827751A640}"/>
                </a:ext>
              </a:extLst>
            </p:cNvPr>
            <p:cNvSpPr txBox="1"/>
            <p:nvPr/>
          </p:nvSpPr>
          <p:spPr>
            <a:xfrm>
              <a:off x="3463304" y="2709514"/>
              <a:ext cx="884467" cy="2119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编辑文本</a:t>
              </a:r>
            </a:p>
          </p:txBody>
        </p:sp>
        <p:sp>
          <p:nvSpPr>
            <p:cNvPr id="16" name="TextBox 122">
              <a:extLst>
                <a:ext uri="{FF2B5EF4-FFF2-40B4-BE49-F238E27FC236}">
                  <a16:creationId xmlns:a16="http://schemas.microsoft.com/office/drawing/2014/main" xmlns="" id="{D71FD8B7-074E-46EB-A41A-25700CD4A353}"/>
                </a:ext>
              </a:extLst>
            </p:cNvPr>
            <p:cNvSpPr txBox="1"/>
            <p:nvPr/>
          </p:nvSpPr>
          <p:spPr>
            <a:xfrm>
              <a:off x="4784237" y="2690404"/>
              <a:ext cx="815014" cy="2119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itchFamily="34" charset="-122"/>
                  <a:ea typeface="微软雅黑" pitchFamily="34" charset="-122"/>
                </a:rPr>
                <a:t>编辑文本</a:t>
              </a:r>
            </a:p>
          </p:txBody>
        </p:sp>
        <p:sp>
          <p:nvSpPr>
            <p:cNvPr id="17" name="TextBox 123">
              <a:extLst>
                <a:ext uri="{FF2B5EF4-FFF2-40B4-BE49-F238E27FC236}">
                  <a16:creationId xmlns:a16="http://schemas.microsoft.com/office/drawing/2014/main" xmlns="" id="{68104E55-F158-4102-8E74-387A37514015}"/>
                </a:ext>
              </a:extLst>
            </p:cNvPr>
            <p:cNvSpPr txBox="1"/>
            <p:nvPr/>
          </p:nvSpPr>
          <p:spPr>
            <a:xfrm>
              <a:off x="3506168" y="4048013"/>
              <a:ext cx="911515" cy="2119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itchFamily="34" charset="-122"/>
                  <a:ea typeface="微软雅黑" pitchFamily="34" charset="-122"/>
                </a:rPr>
                <a:t>编辑文本</a:t>
              </a:r>
            </a:p>
          </p:txBody>
        </p:sp>
        <p:sp>
          <p:nvSpPr>
            <p:cNvPr id="18" name="TextBox 124">
              <a:extLst>
                <a:ext uri="{FF2B5EF4-FFF2-40B4-BE49-F238E27FC236}">
                  <a16:creationId xmlns:a16="http://schemas.microsoft.com/office/drawing/2014/main" xmlns="" id="{F56ED181-E271-41FC-88E7-3689B0E95911}"/>
                </a:ext>
              </a:extLst>
            </p:cNvPr>
            <p:cNvSpPr txBox="1"/>
            <p:nvPr/>
          </p:nvSpPr>
          <p:spPr>
            <a:xfrm>
              <a:off x="4881641" y="3990861"/>
              <a:ext cx="842487" cy="2119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编辑文本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D851BCE3-E7A7-466D-B88D-0CDEF7C24333}"/>
                </a:ext>
              </a:extLst>
            </p:cNvPr>
            <p:cNvSpPr/>
            <p:nvPr/>
          </p:nvSpPr>
          <p:spPr>
            <a:xfrm>
              <a:off x="4486830" y="3432539"/>
              <a:ext cx="215248" cy="215248"/>
            </a:xfrm>
            <a:prstGeom prst="ellipse">
              <a:avLst/>
            </a:prstGeom>
            <a:noFill/>
            <a:ln w="25400" cap="flat" cmpd="sng" algn="ctr">
              <a:solidFill>
                <a:srgbClr val="ADDCCC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EEC8FEB3-6171-436B-965A-F698ED7A44F6}"/>
              </a:ext>
            </a:extLst>
          </p:cNvPr>
          <p:cNvSpPr txBox="1"/>
          <p:nvPr/>
        </p:nvSpPr>
        <p:spPr>
          <a:xfrm>
            <a:off x="1113525" y="1556792"/>
            <a:ext cx="2856231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984F3D51-34A8-4CBD-BA7E-9038EC4B1E5B}"/>
              </a:ext>
            </a:extLst>
          </p:cNvPr>
          <p:cNvSpPr txBox="1"/>
          <p:nvPr/>
        </p:nvSpPr>
        <p:spPr>
          <a:xfrm>
            <a:off x="1113525" y="5033960"/>
            <a:ext cx="2856231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9285FD89-3453-4D25-BF2B-5183C8E19296}"/>
              </a:ext>
            </a:extLst>
          </p:cNvPr>
          <p:cNvSpPr txBox="1"/>
          <p:nvPr/>
        </p:nvSpPr>
        <p:spPr>
          <a:xfrm>
            <a:off x="8222246" y="1556792"/>
            <a:ext cx="2856231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0CBEED4E-BAF7-41E3-AC7B-7453D3934313}"/>
              </a:ext>
            </a:extLst>
          </p:cNvPr>
          <p:cNvSpPr txBox="1"/>
          <p:nvPr/>
        </p:nvSpPr>
        <p:spPr>
          <a:xfrm>
            <a:off x="8222246" y="5033960"/>
            <a:ext cx="2856231" cy="141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点此编辑标题</a:t>
            </a:r>
          </a:p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</a:t>
            </a:r>
          </a:p>
        </p:txBody>
      </p:sp>
    </p:spTree>
    <p:extLst>
      <p:ext uri="{BB962C8B-B14F-4D97-AF65-F5344CB8AC3E}">
        <p14:creationId xmlns:p14="http://schemas.microsoft.com/office/powerpoint/2010/main" val="262130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4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论文选题背景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9D35B42A-7CD8-4862-869B-E7CC75C9CF8A}"/>
              </a:ext>
            </a:extLst>
          </p:cNvPr>
          <p:cNvCxnSpPr>
            <a:stCxn id="13" idx="6"/>
            <a:endCxn id="16" idx="2"/>
          </p:cNvCxnSpPr>
          <p:nvPr/>
        </p:nvCxnSpPr>
        <p:spPr>
          <a:xfrm>
            <a:off x="2358571" y="3685789"/>
            <a:ext cx="2085219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xmlns="" id="{F2BFD868-3175-45AE-8B1B-23783F1C9108}"/>
              </a:ext>
            </a:extLst>
          </p:cNvPr>
          <p:cNvCxnSpPr>
            <a:stCxn id="16" idx="6"/>
            <a:endCxn id="19" idx="2"/>
          </p:cNvCxnSpPr>
          <p:nvPr/>
        </p:nvCxnSpPr>
        <p:spPr>
          <a:xfrm>
            <a:off x="5038876" y="3685789"/>
            <a:ext cx="2085219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xmlns="" id="{923FC4E8-6D59-45C9-8CE6-61EDACAB52B5}"/>
              </a:ext>
            </a:extLst>
          </p:cNvPr>
          <p:cNvCxnSpPr>
            <a:stCxn id="19" idx="6"/>
            <a:endCxn id="22" idx="2"/>
          </p:cNvCxnSpPr>
          <p:nvPr/>
        </p:nvCxnSpPr>
        <p:spPr>
          <a:xfrm>
            <a:off x="7719180" y="3685789"/>
            <a:ext cx="2085219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09457291-8D08-458A-8D5B-F8CF141BE27A}"/>
              </a:ext>
            </a:extLst>
          </p:cNvPr>
          <p:cNvGrpSpPr/>
          <p:nvPr/>
        </p:nvGrpSpPr>
        <p:grpSpPr>
          <a:xfrm>
            <a:off x="1744252" y="3388246"/>
            <a:ext cx="633549" cy="595086"/>
            <a:chOff x="1758768" y="3148645"/>
            <a:chExt cx="633549" cy="595086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9D6C5218-E74E-492A-846A-E7D6AA6A2F3B}"/>
                </a:ext>
              </a:extLst>
            </p:cNvPr>
            <p:cNvSpPr/>
            <p:nvPr/>
          </p:nvSpPr>
          <p:spPr>
            <a:xfrm>
              <a:off x="1778000" y="3148645"/>
              <a:ext cx="595086" cy="59508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C9487481-74AD-46B8-993C-61F086507B18}"/>
                </a:ext>
              </a:extLst>
            </p:cNvPr>
            <p:cNvSpPr txBox="1"/>
            <p:nvPr/>
          </p:nvSpPr>
          <p:spPr>
            <a:xfrm>
              <a:off x="1758768" y="3215355"/>
              <a:ext cx="633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40404"/>
                  </a:solidFill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24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306AB64E-94DF-44AE-8A85-3F634973042C}"/>
              </a:ext>
            </a:extLst>
          </p:cNvPr>
          <p:cNvGrpSpPr/>
          <p:nvPr/>
        </p:nvGrpSpPr>
        <p:grpSpPr>
          <a:xfrm>
            <a:off x="4424558" y="3388247"/>
            <a:ext cx="633549" cy="595086"/>
            <a:chOff x="4439073" y="3148645"/>
            <a:chExt cx="633549" cy="595086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93B83333-0D78-4B99-B05B-0C663AE184AF}"/>
                </a:ext>
              </a:extLst>
            </p:cNvPr>
            <p:cNvSpPr/>
            <p:nvPr/>
          </p:nvSpPr>
          <p:spPr>
            <a:xfrm>
              <a:off x="4458305" y="3148645"/>
              <a:ext cx="595086" cy="595086"/>
            </a:xfrm>
            <a:prstGeom prst="ellipse">
              <a:avLst/>
            </a:prstGeom>
            <a:noFill/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xmlns="" id="{F3578AC7-1793-43AD-AB8F-C0A4D2D8DCCB}"/>
                </a:ext>
              </a:extLst>
            </p:cNvPr>
            <p:cNvSpPr txBox="1"/>
            <p:nvPr/>
          </p:nvSpPr>
          <p:spPr>
            <a:xfrm>
              <a:off x="4439073" y="3215355"/>
              <a:ext cx="633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40404"/>
                  </a:solidFill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24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27CD35C5-2DBA-46DD-B0D2-E33D94242902}"/>
              </a:ext>
            </a:extLst>
          </p:cNvPr>
          <p:cNvGrpSpPr/>
          <p:nvPr/>
        </p:nvGrpSpPr>
        <p:grpSpPr>
          <a:xfrm>
            <a:off x="7104863" y="3388247"/>
            <a:ext cx="633549" cy="595086"/>
            <a:chOff x="7119378" y="3148645"/>
            <a:chExt cx="633549" cy="595086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7A4B07AC-7955-4CD8-856C-F442C756B509}"/>
                </a:ext>
              </a:extLst>
            </p:cNvPr>
            <p:cNvSpPr/>
            <p:nvPr/>
          </p:nvSpPr>
          <p:spPr>
            <a:xfrm>
              <a:off x="7138610" y="3148645"/>
              <a:ext cx="595086" cy="595086"/>
            </a:xfrm>
            <a:prstGeom prst="ellipse">
              <a:avLst/>
            </a:prstGeom>
            <a:noFill/>
            <a:ln w="158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93948BCD-8891-4543-AB88-B6A6374EB5C1}"/>
                </a:ext>
              </a:extLst>
            </p:cNvPr>
            <p:cNvSpPr txBox="1"/>
            <p:nvPr/>
          </p:nvSpPr>
          <p:spPr>
            <a:xfrm>
              <a:off x="7119378" y="3215355"/>
              <a:ext cx="633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40404"/>
                  </a:solidFill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24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FFFFF619-3DFE-4156-B396-FA6D66F4718A}"/>
              </a:ext>
            </a:extLst>
          </p:cNvPr>
          <p:cNvGrpSpPr/>
          <p:nvPr/>
        </p:nvGrpSpPr>
        <p:grpSpPr>
          <a:xfrm>
            <a:off x="9779211" y="3388247"/>
            <a:ext cx="633549" cy="595086"/>
            <a:chOff x="9793726" y="3148645"/>
            <a:chExt cx="633549" cy="59508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xmlns="" id="{2F2F4A96-57AB-4BB7-90DD-C7886E4184E5}"/>
                </a:ext>
              </a:extLst>
            </p:cNvPr>
            <p:cNvSpPr/>
            <p:nvPr/>
          </p:nvSpPr>
          <p:spPr>
            <a:xfrm>
              <a:off x="9818914" y="3148645"/>
              <a:ext cx="595086" cy="595086"/>
            </a:xfrm>
            <a:prstGeom prst="ellipse">
              <a:avLst/>
            </a:prstGeom>
            <a:noFill/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10F168C9-FAB9-40BA-B8C1-50B4C4A1A0FE}"/>
                </a:ext>
              </a:extLst>
            </p:cNvPr>
            <p:cNvSpPr txBox="1"/>
            <p:nvPr/>
          </p:nvSpPr>
          <p:spPr>
            <a:xfrm>
              <a:off x="9793726" y="3198167"/>
              <a:ext cx="633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40404"/>
                  </a:solidFill>
                  <a:latin typeface="微软雅黑" pitchFamily="34" charset="-122"/>
                  <a:ea typeface="微软雅黑" pitchFamily="34" charset="-122"/>
                </a:rPr>
                <a:t>04</a:t>
              </a:r>
              <a:endParaRPr lang="zh-CN" altLang="en-US" sz="2400" dirty="0">
                <a:solidFill>
                  <a:srgbClr val="04040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FBE99F9F-58A6-4159-BEE1-181413BF0D50}"/>
              </a:ext>
            </a:extLst>
          </p:cNvPr>
          <p:cNvGrpSpPr/>
          <p:nvPr/>
        </p:nvGrpSpPr>
        <p:grpSpPr>
          <a:xfrm>
            <a:off x="1099274" y="2259887"/>
            <a:ext cx="1939177" cy="3036150"/>
            <a:chOff x="1113789" y="2092857"/>
            <a:chExt cx="1939177" cy="3036150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xmlns="" id="{11B6BC29-B3D0-49BA-90FD-1AD38A4C3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3430" y="2092857"/>
              <a:ext cx="424224" cy="404941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CF78D1F9-ED96-4D21-988F-59B1310F3DB5}"/>
                </a:ext>
              </a:extLst>
            </p:cNvPr>
            <p:cNvSpPr txBox="1"/>
            <p:nvPr/>
          </p:nvSpPr>
          <p:spPr>
            <a:xfrm>
              <a:off x="1113789" y="4174900"/>
              <a:ext cx="19391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单击此处添加标题内容，标题要与内容相符，注意字体大小及位置。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F9AAA2E0-8AB2-4769-9A2A-63BB5A87C514}"/>
                </a:ext>
              </a:extLst>
            </p:cNvPr>
            <p:cNvSpPr txBox="1"/>
            <p:nvPr/>
          </p:nvSpPr>
          <p:spPr>
            <a:xfrm>
              <a:off x="1161142" y="2644135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1BCA9BD2-FC73-4F63-9C5D-03BB5A9E3484}"/>
              </a:ext>
            </a:extLst>
          </p:cNvPr>
          <p:cNvGrpSpPr/>
          <p:nvPr/>
        </p:nvGrpSpPr>
        <p:grpSpPr>
          <a:xfrm>
            <a:off x="3790398" y="2270245"/>
            <a:ext cx="1939177" cy="3025792"/>
            <a:chOff x="3804913" y="2103215"/>
            <a:chExt cx="1939177" cy="3025792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xmlns="" id="{2E6841DA-9242-4E35-A615-52CF1AE57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4408" y="2103215"/>
              <a:ext cx="362878" cy="384224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xmlns="" id="{A7C5BEC5-D4CA-444E-82AA-1BFDBEB80582}"/>
                </a:ext>
              </a:extLst>
            </p:cNvPr>
            <p:cNvSpPr txBox="1"/>
            <p:nvPr/>
          </p:nvSpPr>
          <p:spPr>
            <a:xfrm>
              <a:off x="3841448" y="2644135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xmlns="" id="{D600E4B0-2141-4B1B-BE34-56E37B263EFF}"/>
                </a:ext>
              </a:extLst>
            </p:cNvPr>
            <p:cNvSpPr txBox="1"/>
            <p:nvPr/>
          </p:nvSpPr>
          <p:spPr>
            <a:xfrm>
              <a:off x="3804913" y="4174900"/>
              <a:ext cx="19391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单击此处添加标题内容，标题要与内容相符，注意字体大小及位置。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552EB880-C180-4CC0-8BE1-D7E6337AE41C}"/>
              </a:ext>
            </a:extLst>
          </p:cNvPr>
          <p:cNvGrpSpPr/>
          <p:nvPr/>
        </p:nvGrpSpPr>
        <p:grpSpPr>
          <a:xfrm>
            <a:off x="6481522" y="2279518"/>
            <a:ext cx="1939177" cy="3016519"/>
            <a:chOff x="6496037" y="2112488"/>
            <a:chExt cx="1939177" cy="3016519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xmlns="" id="{511BBF9D-86E5-4FBD-B825-276CED200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66373" y="2112488"/>
              <a:ext cx="339558" cy="365678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xmlns="" id="{74B7EDA8-1665-4E96-B91A-BE881C498CF5}"/>
                </a:ext>
              </a:extLst>
            </p:cNvPr>
            <p:cNvSpPr txBox="1"/>
            <p:nvPr/>
          </p:nvSpPr>
          <p:spPr>
            <a:xfrm>
              <a:off x="6521752" y="2644135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xmlns="" id="{52D73C8D-2C0A-492B-A487-E6572EEAA1EA}"/>
                </a:ext>
              </a:extLst>
            </p:cNvPr>
            <p:cNvSpPr txBox="1"/>
            <p:nvPr/>
          </p:nvSpPr>
          <p:spPr>
            <a:xfrm>
              <a:off x="6496037" y="4174900"/>
              <a:ext cx="19391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单击此处添加标题内容，标题要与内容相符，注意字体大小及位置。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CE4F706-4628-4362-84D9-185F8D2CE626}"/>
              </a:ext>
            </a:extLst>
          </p:cNvPr>
          <p:cNvGrpSpPr/>
          <p:nvPr/>
        </p:nvGrpSpPr>
        <p:grpSpPr>
          <a:xfrm>
            <a:off x="9172648" y="2296052"/>
            <a:ext cx="1939177" cy="2999984"/>
            <a:chOff x="9187162" y="2129023"/>
            <a:chExt cx="1939177" cy="2999984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xmlns="" id="{55FDE9BB-D779-47F2-AF9C-32CFBDC40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1219" y="2129023"/>
              <a:ext cx="298561" cy="332608"/>
            </a:xfrm>
            <a:prstGeom prst="rect">
              <a:avLst/>
            </a:prstGeom>
          </p:spPr>
        </p:pic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xmlns="" id="{DD6EE508-F997-45FE-98B0-7FACB239716E}"/>
                </a:ext>
              </a:extLst>
            </p:cNvPr>
            <p:cNvSpPr txBox="1"/>
            <p:nvPr/>
          </p:nvSpPr>
          <p:spPr>
            <a:xfrm>
              <a:off x="9202058" y="2644135"/>
              <a:ext cx="1828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xmlns="" id="{97D46F58-1E61-48F0-8E45-872FB4A5D0A5}"/>
                </a:ext>
              </a:extLst>
            </p:cNvPr>
            <p:cNvSpPr txBox="1"/>
            <p:nvPr/>
          </p:nvSpPr>
          <p:spPr>
            <a:xfrm>
              <a:off x="9187162" y="4174900"/>
              <a:ext cx="193917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单击此处添加标题内容，标题要与内容相符，注意字体大小及位置。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592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DBEB091A-523C-42A2-9B22-F94730612532}"/>
              </a:ext>
            </a:extLst>
          </p:cNvPr>
          <p:cNvGrpSpPr/>
          <p:nvPr/>
        </p:nvGrpSpPr>
        <p:grpSpPr>
          <a:xfrm>
            <a:off x="1" y="-16644"/>
            <a:ext cx="12192001" cy="6858000"/>
            <a:chOff x="0" y="-16644"/>
            <a:chExt cx="12192001" cy="685800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xmlns="" id="{605B4D56-8B3C-4C93-9DF7-23DBBB7B3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/>
          </p:blipFill>
          <p:spPr>
            <a:xfrm>
              <a:off x="0" y="-16644"/>
              <a:ext cx="12192001" cy="6858000"/>
            </a:xfrm>
            <a:prstGeom prst="rect">
              <a:avLst/>
            </a:prstGeom>
          </p:spPr>
        </p:pic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D26C1418-5146-4284-87B7-A271847AC3D6}"/>
                </a:ext>
              </a:extLst>
            </p:cNvPr>
            <p:cNvSpPr/>
            <p:nvPr/>
          </p:nvSpPr>
          <p:spPr>
            <a:xfrm>
              <a:off x="1672009" y="-16644"/>
              <a:ext cx="8847984" cy="6858000"/>
            </a:xfrm>
            <a:custGeom>
              <a:avLst/>
              <a:gdLst>
                <a:gd name="connsiteX0" fmla="*/ 1650487 w 8847984"/>
                <a:gd name="connsiteY0" fmla="*/ 0 h 6858000"/>
                <a:gd name="connsiteX1" fmla="*/ 7197497 w 8847984"/>
                <a:gd name="connsiteY1" fmla="*/ 0 h 6858000"/>
                <a:gd name="connsiteX2" fmla="*/ 7238062 w 8847984"/>
                <a:gd name="connsiteY2" fmla="*/ 31878 h 6858000"/>
                <a:gd name="connsiteX3" fmla="*/ 8847984 w 8847984"/>
                <a:gd name="connsiteY3" fmla="*/ 3445645 h 6858000"/>
                <a:gd name="connsiteX4" fmla="*/ 7398584 w 8847984"/>
                <a:gd name="connsiteY4" fmla="*/ 6720364 h 6858000"/>
                <a:gd name="connsiteX5" fmla="*/ 7239692 w 8847984"/>
                <a:gd name="connsiteY5" fmla="*/ 6858000 h 6858000"/>
                <a:gd name="connsiteX6" fmla="*/ 1608292 w 8847984"/>
                <a:gd name="connsiteY6" fmla="*/ 6858000 h 6858000"/>
                <a:gd name="connsiteX7" fmla="*/ 1449400 w 8847984"/>
                <a:gd name="connsiteY7" fmla="*/ 6720364 h 6858000"/>
                <a:gd name="connsiteX8" fmla="*/ 0 w 8847984"/>
                <a:gd name="connsiteY8" fmla="*/ 3445645 h 6858000"/>
                <a:gd name="connsiteX9" fmla="*/ 1609922 w 8847984"/>
                <a:gd name="connsiteY9" fmla="*/ 31878 h 6858000"/>
                <a:gd name="connsiteX10" fmla="*/ 1650487 w 8847984"/>
                <a:gd name="connsiteY10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7984" h="6858000">
                  <a:moveTo>
                    <a:pt x="1650487" y="0"/>
                  </a:moveTo>
                  <a:lnTo>
                    <a:pt x="7197497" y="0"/>
                  </a:lnTo>
                  <a:lnTo>
                    <a:pt x="7238062" y="31878"/>
                  </a:lnTo>
                  <a:cubicBezTo>
                    <a:pt x="8221282" y="843303"/>
                    <a:pt x="8847984" y="2071287"/>
                    <a:pt x="8847984" y="3445645"/>
                  </a:cubicBezTo>
                  <a:cubicBezTo>
                    <a:pt x="8847984" y="4743650"/>
                    <a:pt x="8288981" y="5911093"/>
                    <a:pt x="7398584" y="6720364"/>
                  </a:cubicBezTo>
                  <a:lnTo>
                    <a:pt x="7239692" y="6858000"/>
                  </a:lnTo>
                  <a:lnTo>
                    <a:pt x="1608292" y="6858000"/>
                  </a:lnTo>
                  <a:lnTo>
                    <a:pt x="1449400" y="6720364"/>
                  </a:lnTo>
                  <a:cubicBezTo>
                    <a:pt x="559003" y="5911093"/>
                    <a:pt x="0" y="4743650"/>
                    <a:pt x="0" y="3445645"/>
                  </a:cubicBezTo>
                  <a:cubicBezTo>
                    <a:pt x="0" y="2071287"/>
                    <a:pt x="626703" y="843303"/>
                    <a:pt x="1609922" y="31878"/>
                  </a:cubicBezTo>
                  <a:lnTo>
                    <a:pt x="1650487" y="0"/>
                  </a:lnTo>
                  <a:close/>
                </a:path>
              </a:pathLst>
            </a:cu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xmlns="" id="{152BA75C-8F69-4DA4-A88F-D8C98FFB1ED5}"/>
                </a:ext>
              </a:extLst>
            </p:cNvPr>
            <p:cNvSpPr/>
            <p:nvPr/>
          </p:nvSpPr>
          <p:spPr>
            <a:xfrm>
              <a:off x="0" y="-16644"/>
              <a:ext cx="3322496" cy="6858000"/>
            </a:xfrm>
            <a:custGeom>
              <a:avLst/>
              <a:gdLst>
                <a:gd name="connsiteX0" fmla="*/ 0 w 3322496"/>
                <a:gd name="connsiteY0" fmla="*/ 0 h 6858000"/>
                <a:gd name="connsiteX1" fmla="*/ 3322496 w 3322496"/>
                <a:gd name="connsiteY1" fmla="*/ 0 h 6858000"/>
                <a:gd name="connsiteX2" fmla="*/ 3281931 w 3322496"/>
                <a:gd name="connsiteY2" fmla="*/ 31878 h 6858000"/>
                <a:gd name="connsiteX3" fmla="*/ 1672009 w 3322496"/>
                <a:gd name="connsiteY3" fmla="*/ 3445645 h 6858000"/>
                <a:gd name="connsiteX4" fmla="*/ 3121409 w 3322496"/>
                <a:gd name="connsiteY4" fmla="*/ 6720364 h 6858000"/>
                <a:gd name="connsiteX5" fmla="*/ 3280301 w 3322496"/>
                <a:gd name="connsiteY5" fmla="*/ 6858000 h 6858000"/>
                <a:gd name="connsiteX6" fmla="*/ 0 w 3322496"/>
                <a:gd name="connsiteY6" fmla="*/ 6858000 h 6858000"/>
                <a:gd name="connsiteX7" fmla="*/ 0 w 3322496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6" h="6858000">
                  <a:moveTo>
                    <a:pt x="0" y="0"/>
                  </a:moveTo>
                  <a:lnTo>
                    <a:pt x="3322496" y="0"/>
                  </a:lnTo>
                  <a:lnTo>
                    <a:pt x="3281931" y="31878"/>
                  </a:lnTo>
                  <a:cubicBezTo>
                    <a:pt x="2298712" y="843303"/>
                    <a:pt x="1672009" y="2071287"/>
                    <a:pt x="1672009" y="3445645"/>
                  </a:cubicBezTo>
                  <a:cubicBezTo>
                    <a:pt x="1672009" y="4743650"/>
                    <a:pt x="2231012" y="5911093"/>
                    <a:pt x="3121409" y="6720364"/>
                  </a:cubicBezTo>
                  <a:lnTo>
                    <a:pt x="328030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algn="l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xmlns="" id="{6735530F-FDF2-44A4-A9BB-1EDFA7FB5EA1}"/>
                </a:ext>
              </a:extLst>
            </p:cNvPr>
            <p:cNvSpPr/>
            <p:nvPr/>
          </p:nvSpPr>
          <p:spPr>
            <a:xfrm>
              <a:off x="8869506" y="-16644"/>
              <a:ext cx="3322494" cy="6858000"/>
            </a:xfrm>
            <a:custGeom>
              <a:avLst/>
              <a:gdLst>
                <a:gd name="connsiteX0" fmla="*/ 0 w 3322494"/>
                <a:gd name="connsiteY0" fmla="*/ 0 h 6858000"/>
                <a:gd name="connsiteX1" fmla="*/ 3322494 w 3322494"/>
                <a:gd name="connsiteY1" fmla="*/ 0 h 6858000"/>
                <a:gd name="connsiteX2" fmla="*/ 3322494 w 3322494"/>
                <a:gd name="connsiteY2" fmla="*/ 6858000 h 6858000"/>
                <a:gd name="connsiteX3" fmla="*/ 42195 w 3322494"/>
                <a:gd name="connsiteY3" fmla="*/ 6858000 h 6858000"/>
                <a:gd name="connsiteX4" fmla="*/ 201087 w 3322494"/>
                <a:gd name="connsiteY4" fmla="*/ 6720364 h 6858000"/>
                <a:gd name="connsiteX5" fmla="*/ 1650487 w 3322494"/>
                <a:gd name="connsiteY5" fmla="*/ 3445645 h 6858000"/>
                <a:gd name="connsiteX6" fmla="*/ 40565 w 3322494"/>
                <a:gd name="connsiteY6" fmla="*/ 31878 h 6858000"/>
                <a:gd name="connsiteX7" fmla="*/ 0 w 3322494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4" h="6858000">
                  <a:moveTo>
                    <a:pt x="0" y="0"/>
                  </a:moveTo>
                  <a:lnTo>
                    <a:pt x="3322494" y="0"/>
                  </a:lnTo>
                  <a:lnTo>
                    <a:pt x="3322494" y="6858000"/>
                  </a:lnTo>
                  <a:lnTo>
                    <a:pt x="42195" y="6858000"/>
                  </a:lnTo>
                  <a:lnTo>
                    <a:pt x="201087" y="6720364"/>
                  </a:lnTo>
                  <a:cubicBezTo>
                    <a:pt x="1091484" y="5911093"/>
                    <a:pt x="1650487" y="4743650"/>
                    <a:pt x="1650487" y="3445645"/>
                  </a:cubicBezTo>
                  <a:cubicBezTo>
                    <a:pt x="1650487" y="2071287"/>
                    <a:pt x="1023785" y="843303"/>
                    <a:pt x="40565" y="318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F00E40C0-8492-4418-991E-E673BA675021}"/>
              </a:ext>
            </a:extLst>
          </p:cNvPr>
          <p:cNvGrpSpPr/>
          <p:nvPr/>
        </p:nvGrpSpPr>
        <p:grpSpPr>
          <a:xfrm>
            <a:off x="4640524" y="836711"/>
            <a:ext cx="2909176" cy="1862048"/>
            <a:chOff x="4640524" y="692696"/>
            <a:chExt cx="2909176" cy="186204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8C81DE36-B4BC-4E3F-9038-B785D02ED7E7}"/>
                </a:ext>
              </a:extLst>
            </p:cNvPr>
            <p:cNvSpPr txBox="1"/>
            <p:nvPr/>
          </p:nvSpPr>
          <p:spPr>
            <a:xfrm>
              <a:off x="5492564" y="692696"/>
              <a:ext cx="122413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500" dirty="0">
                  <a:solidFill>
                    <a:srgbClr val="327EC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思源宋体 CN Heavy" pitchFamily="18" charset="-122"/>
                  <a:ea typeface="思源宋体 CN Heavy" pitchFamily="18" charset="-122"/>
                </a:rPr>
                <a:t>2</a:t>
              </a:r>
              <a:endParaRPr lang="zh-CN" altLang="en-US" sz="11500" dirty="0">
                <a:solidFill>
                  <a:srgbClr val="327E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思源宋体 CN Heavy" pitchFamily="18" charset="-122"/>
                <a:ea typeface="思源宋体 CN Heavy" pitchFamily="18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5019328C-1B77-40F7-85CA-CABD4902D548}"/>
                </a:ext>
              </a:extLst>
            </p:cNvPr>
            <p:cNvSpPr txBox="1"/>
            <p:nvPr/>
          </p:nvSpPr>
          <p:spPr>
            <a:xfrm>
              <a:off x="4640524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PART 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EEA33A83-B4A8-48D9-9FC2-DCD3F4F64EDF}"/>
                </a:ext>
              </a:extLst>
            </p:cNvPr>
            <p:cNvSpPr txBox="1"/>
            <p:nvPr/>
          </p:nvSpPr>
          <p:spPr>
            <a:xfrm>
              <a:off x="6568961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ONE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9788322E-D830-48ED-B772-C72C681462E4}"/>
              </a:ext>
            </a:extLst>
          </p:cNvPr>
          <p:cNvGrpSpPr/>
          <p:nvPr/>
        </p:nvGrpSpPr>
        <p:grpSpPr>
          <a:xfrm>
            <a:off x="2518067" y="3074049"/>
            <a:ext cx="2232248" cy="288032"/>
            <a:chOff x="2639616" y="1484784"/>
            <a:chExt cx="2232248" cy="288032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xmlns="" id="{A428E6EB-46C5-46F1-99CA-6CCFD4854D87}"/>
                </a:ext>
              </a:extLst>
            </p:cNvPr>
            <p:cNvSpPr/>
            <p:nvPr/>
          </p:nvSpPr>
          <p:spPr>
            <a:xfrm flipV="1">
              <a:off x="2639616" y="1556792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9CA2C81F-3D81-4532-B382-2C7AD776E728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6832E2BA-9902-4F8C-9D0C-7B962B1B6EE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00190B27-F77B-40F8-806C-A75FD5533BDD}"/>
              </a:ext>
            </a:extLst>
          </p:cNvPr>
          <p:cNvGrpSpPr/>
          <p:nvPr/>
        </p:nvGrpSpPr>
        <p:grpSpPr>
          <a:xfrm rot="10800000">
            <a:off x="7549700" y="4725143"/>
            <a:ext cx="2232248" cy="288032"/>
            <a:chOff x="2639616" y="1484784"/>
            <a:chExt cx="2232248" cy="288032"/>
          </a:xfrm>
        </p:grpSpPr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xmlns="" id="{872EE171-7F07-4574-9117-0D88021BF71D}"/>
                </a:ext>
              </a:extLst>
            </p:cNvPr>
            <p:cNvSpPr/>
            <p:nvPr/>
          </p:nvSpPr>
          <p:spPr>
            <a:xfrm flipV="1">
              <a:off x="2639616" y="1601694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9A7F83BE-3D78-4D94-94D0-CA7480CA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4BCCD9F3-A8E0-43B2-86A2-A2C3AD7CEB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4EDB8BE5-BB3C-4B7E-B9CE-C8BD0F6E5F42}"/>
              </a:ext>
            </a:extLst>
          </p:cNvPr>
          <p:cNvGrpSpPr/>
          <p:nvPr/>
        </p:nvGrpSpPr>
        <p:grpSpPr>
          <a:xfrm>
            <a:off x="2930723" y="3478994"/>
            <a:ext cx="6330557" cy="1102135"/>
            <a:chOff x="2930722" y="3334977"/>
            <a:chExt cx="6330557" cy="110213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F5736F1A-04FE-49AB-95AF-BB57CC961125}"/>
                </a:ext>
              </a:extLst>
            </p:cNvPr>
            <p:cNvSpPr txBox="1"/>
            <p:nvPr/>
          </p:nvSpPr>
          <p:spPr>
            <a:xfrm>
              <a:off x="3041650" y="3334977"/>
              <a:ext cx="61087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论文表达结构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16A956A5-48B4-4678-9C48-FF658E18CE00}"/>
                </a:ext>
              </a:extLst>
            </p:cNvPr>
            <p:cNvSpPr txBox="1"/>
            <p:nvPr/>
          </p:nvSpPr>
          <p:spPr>
            <a:xfrm>
              <a:off x="2930722" y="4221668"/>
              <a:ext cx="63305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latin typeface="思源宋体 CN Heavy" pitchFamily="18" charset="-122"/>
                  <a:ea typeface="思源宋体 CN Heavy" pitchFamily="18" charset="-122"/>
                </a:rPr>
                <a:t>BACKGROUND OF TOPIC SELECTION</a:t>
              </a:r>
              <a:endParaRPr lang="zh-CN" altLang="en-US" sz="800" dirty="0">
                <a:latin typeface="思源宋体 CN Heavy" pitchFamily="18" charset="-122"/>
                <a:ea typeface="思源宋体 CN Heavy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096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论文表达结构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2B299C24-4AAD-4422-9E37-3E391884C966}"/>
              </a:ext>
            </a:extLst>
          </p:cNvPr>
          <p:cNvGrpSpPr/>
          <p:nvPr/>
        </p:nvGrpSpPr>
        <p:grpSpPr>
          <a:xfrm>
            <a:off x="2239009" y="1647827"/>
            <a:ext cx="5012691" cy="2285365"/>
            <a:chOff x="3526" y="2343"/>
            <a:chExt cx="7894" cy="359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F0A7257E-4812-41A7-AF40-296F6799B5D6}"/>
                </a:ext>
              </a:extLst>
            </p:cNvPr>
            <p:cNvGrpSpPr/>
            <p:nvPr/>
          </p:nvGrpSpPr>
          <p:grpSpPr>
            <a:xfrm>
              <a:off x="3526" y="2808"/>
              <a:ext cx="7212" cy="3134"/>
              <a:chOff x="3526" y="2808"/>
              <a:chExt cx="7212" cy="3134"/>
            </a:xfrm>
          </p:grpSpPr>
          <p:sp>
            <p:nvSpPr>
              <p:cNvPr id="12" name="AutoShape 8">
                <a:extLst>
                  <a:ext uri="{FF2B5EF4-FFF2-40B4-BE49-F238E27FC236}">
                    <a16:creationId xmlns:a16="http://schemas.microsoft.com/office/drawing/2014/main" xmlns="" id="{7A6BC002-4521-462A-8AEE-BC2A74D95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559018">
                <a:off x="9788" y="2808"/>
                <a:ext cx="772" cy="1080"/>
              </a:xfrm>
              <a:prstGeom prst="chevron">
                <a:avLst>
                  <a:gd name="adj" fmla="val 55472"/>
                </a:avLst>
              </a:prstGeom>
              <a:solidFill>
                <a:schemeClr val="accent5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anchor="ctr"/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15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3" name="KSO_GT1">
                <a:extLst>
                  <a:ext uri="{FF2B5EF4-FFF2-40B4-BE49-F238E27FC236}">
                    <a16:creationId xmlns:a16="http://schemas.microsoft.com/office/drawing/2014/main" xmlns="" id="{50D0E0C5-F01F-465F-9024-1BE1112593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559018">
                <a:off x="3526" y="4860"/>
                <a:ext cx="7213" cy="1082"/>
              </a:xfrm>
              <a:custGeom>
                <a:avLst/>
                <a:gdLst>
                  <a:gd name="connsiteX0" fmla="*/ 4424394 w 4699396"/>
                  <a:gd name="connsiteY0" fmla="*/ 0 h 686990"/>
                  <a:gd name="connsiteX1" fmla="*/ 4699396 w 4699396"/>
                  <a:gd name="connsiteY1" fmla="*/ 343495 h 686990"/>
                  <a:gd name="connsiteX2" fmla="*/ 4424394 w 4699396"/>
                  <a:gd name="connsiteY2" fmla="*/ 686990 h 686990"/>
                  <a:gd name="connsiteX3" fmla="*/ 1011970 w 4699396"/>
                  <a:gd name="connsiteY3" fmla="*/ 686990 h 686990"/>
                  <a:gd name="connsiteX4" fmla="*/ 0 w 4699396"/>
                  <a:gd name="connsiteY4" fmla="*/ 3987 h 686990"/>
                  <a:gd name="connsiteX5" fmla="*/ 0 w 4699396"/>
                  <a:gd name="connsiteY5" fmla="*/ 0 h 68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99396" h="686990">
                    <a:moveTo>
                      <a:pt x="4424394" y="0"/>
                    </a:moveTo>
                    <a:lnTo>
                      <a:pt x="4699396" y="343495"/>
                    </a:lnTo>
                    <a:lnTo>
                      <a:pt x="4424394" y="686990"/>
                    </a:lnTo>
                    <a:lnTo>
                      <a:pt x="1011970" y="686990"/>
                    </a:lnTo>
                    <a:lnTo>
                      <a:pt x="0" y="39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7EC4">
                  <a:alpha val="50000"/>
                </a:srgbClr>
              </a:solidFill>
              <a:ln w="9525">
                <a:noFill/>
                <a:miter lim="800000"/>
              </a:ln>
              <a:effectLst/>
            </p:spPr>
            <p:txBody>
              <a:bodyPr lIns="648000" tIns="0" bIns="0" anchor="ctr"/>
              <a:lstStyle/>
              <a:p>
                <a:pPr>
                  <a:defRPr/>
                </a:pPr>
                <a:r>
                  <a:rPr lang="zh-CN" altLang="en-US" sz="12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在此输入详细文字介绍和详细信息，在此输入详细文字介绍和详细信息。</a:t>
                </a:r>
              </a:p>
            </p:txBody>
          </p:sp>
        </p:grpSp>
        <p:sp>
          <p:nvSpPr>
            <p:cNvPr id="11" name="同心圆 24">
              <a:extLst>
                <a:ext uri="{FF2B5EF4-FFF2-40B4-BE49-F238E27FC236}">
                  <a16:creationId xmlns:a16="http://schemas.microsoft.com/office/drawing/2014/main" xmlns="" id="{66F221AD-AC01-4A71-8635-D83BA0AB69D4}"/>
                </a:ext>
              </a:extLst>
            </p:cNvPr>
            <p:cNvSpPr/>
            <p:nvPr/>
          </p:nvSpPr>
          <p:spPr bwMode="auto">
            <a:xfrm rot="19559018">
              <a:off x="10408" y="2343"/>
              <a:ext cx="1012" cy="1012"/>
            </a:xfrm>
            <a:prstGeom prst="donut">
              <a:avLst>
                <a:gd name="adj" fmla="val 13058"/>
              </a:avLst>
            </a:prstGeom>
            <a:solidFill>
              <a:schemeClr val="accent5">
                <a:lumMod val="5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bIns="0" anchor="ctr"/>
            <a:lstStyle/>
            <a:p>
              <a:pPr algn="ctr">
                <a:defRPr/>
              </a:pPr>
              <a:r>
                <a:rPr lang="en-US" altLang="zh-CN" sz="1350" b="1" kern="1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D53B1175-15A7-4775-A08E-3E60DBBAA13B}"/>
              </a:ext>
            </a:extLst>
          </p:cNvPr>
          <p:cNvGrpSpPr/>
          <p:nvPr/>
        </p:nvGrpSpPr>
        <p:grpSpPr>
          <a:xfrm>
            <a:off x="4874260" y="1838325"/>
            <a:ext cx="4707891" cy="2179955"/>
            <a:chOff x="7676" y="2643"/>
            <a:chExt cx="7414" cy="3433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xmlns="" id="{BFA35B35-531F-4088-AD18-FE27F70B2B30}"/>
                </a:ext>
              </a:extLst>
            </p:cNvPr>
            <p:cNvGrpSpPr/>
            <p:nvPr/>
          </p:nvGrpSpPr>
          <p:grpSpPr>
            <a:xfrm>
              <a:off x="7676" y="3108"/>
              <a:ext cx="6726" cy="2969"/>
              <a:chOff x="7676" y="3108"/>
              <a:chExt cx="6726" cy="2969"/>
            </a:xfrm>
          </p:grpSpPr>
          <p:sp>
            <p:nvSpPr>
              <p:cNvPr id="17" name="AutoShape 8">
                <a:extLst>
                  <a:ext uri="{FF2B5EF4-FFF2-40B4-BE49-F238E27FC236}">
                    <a16:creationId xmlns:a16="http://schemas.microsoft.com/office/drawing/2014/main" xmlns="" id="{8325871E-7BFB-4382-996D-D84BC6F22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559018">
                <a:off x="13458" y="3108"/>
                <a:ext cx="772" cy="1080"/>
              </a:xfrm>
              <a:prstGeom prst="chevron">
                <a:avLst>
                  <a:gd name="adj" fmla="val 55472"/>
                </a:avLst>
              </a:prstGeom>
              <a:solidFill>
                <a:schemeClr val="accent5">
                  <a:lumMod val="50000"/>
                </a:schemeClr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anchor="ctr"/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15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8" name="任意多边形 40">
                <a:extLst>
                  <a:ext uri="{FF2B5EF4-FFF2-40B4-BE49-F238E27FC236}">
                    <a16:creationId xmlns:a16="http://schemas.microsoft.com/office/drawing/2014/main" xmlns="" id="{CB408E44-25ED-4F8E-A807-87602D148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9559018">
                <a:off x="7676" y="4995"/>
                <a:ext cx="6727" cy="1083"/>
              </a:xfrm>
              <a:custGeom>
                <a:avLst/>
                <a:gdLst>
                  <a:gd name="connsiteX0" fmla="*/ 4089775 w 4364777"/>
                  <a:gd name="connsiteY0" fmla="*/ 0 h 686990"/>
                  <a:gd name="connsiteX1" fmla="*/ 4364777 w 4364777"/>
                  <a:gd name="connsiteY1" fmla="*/ 343495 h 686990"/>
                  <a:gd name="connsiteX2" fmla="*/ 4089775 w 4364777"/>
                  <a:gd name="connsiteY2" fmla="*/ 686990 h 686990"/>
                  <a:gd name="connsiteX3" fmla="*/ 1017877 w 4364777"/>
                  <a:gd name="connsiteY3" fmla="*/ 686990 h 686990"/>
                  <a:gd name="connsiteX4" fmla="*/ 0 w 4364777"/>
                  <a:gd name="connsiteY4" fmla="*/ 0 h 68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4777" h="686990">
                    <a:moveTo>
                      <a:pt x="4089775" y="0"/>
                    </a:moveTo>
                    <a:lnTo>
                      <a:pt x="4364777" y="343495"/>
                    </a:lnTo>
                    <a:lnTo>
                      <a:pt x="4089775" y="686990"/>
                    </a:lnTo>
                    <a:lnTo>
                      <a:pt x="1017877" y="6869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7EC4">
                  <a:alpha val="50000"/>
                </a:srgbClr>
              </a:solidFill>
              <a:ln w="9525">
                <a:noFill/>
                <a:miter lim="800000"/>
              </a:ln>
              <a:effectLst/>
            </p:spPr>
            <p:txBody>
              <a:bodyPr lIns="684000" tIns="0" bIns="0" anchor="ctr"/>
              <a:lstStyle/>
              <a:p>
                <a:pPr algn="l">
                  <a:defRPr/>
                </a:pPr>
                <a:r>
                  <a:rPr lang="zh-CN" altLang="en-US" sz="1200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在此输入详细文字介绍和详细信息，在此输入详细文字介绍和详细信息。</a:t>
                </a:r>
              </a:p>
            </p:txBody>
          </p:sp>
        </p:grpSp>
        <p:sp>
          <p:nvSpPr>
            <p:cNvPr id="16" name="同心圆 28">
              <a:extLst>
                <a:ext uri="{FF2B5EF4-FFF2-40B4-BE49-F238E27FC236}">
                  <a16:creationId xmlns:a16="http://schemas.microsoft.com/office/drawing/2014/main" xmlns="" id="{9F98F9EE-92E9-4F0A-9CFD-0180AAA6DC7F}"/>
                </a:ext>
              </a:extLst>
            </p:cNvPr>
            <p:cNvSpPr/>
            <p:nvPr/>
          </p:nvSpPr>
          <p:spPr bwMode="auto">
            <a:xfrm rot="19559018">
              <a:off x="14078" y="2643"/>
              <a:ext cx="1012" cy="1012"/>
            </a:xfrm>
            <a:prstGeom prst="donut">
              <a:avLst>
                <a:gd name="adj" fmla="val 13058"/>
              </a:avLst>
            </a:prstGeom>
            <a:solidFill>
              <a:schemeClr val="accent5">
                <a:lumMod val="5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bIns="0" anchor="ctr"/>
            <a:lstStyle/>
            <a:p>
              <a:pPr algn="ctr">
                <a:defRPr/>
              </a:pPr>
              <a:r>
                <a:rPr lang="en-US" altLang="zh-CN" sz="1350" b="1" kern="1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1C051F1-1BCE-4295-87DD-E3D8CB44FA41}"/>
              </a:ext>
            </a:extLst>
          </p:cNvPr>
          <p:cNvSpPr/>
          <p:nvPr/>
        </p:nvSpPr>
        <p:spPr bwMode="auto">
          <a:xfrm>
            <a:off x="2017713" y="4684395"/>
            <a:ext cx="7848600" cy="142398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点此输入标题</a:t>
            </a:r>
            <a:endParaRPr lang="en-US" altLang="zh-CN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在此输入详细文字介绍和详细信息，在此输入详细文字介绍和详细信息。在此输入详细文字介绍和详细信息，在此输入详细文字介绍和详细信息。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3A185C1C-E35B-4622-80A4-D970F28955A6}"/>
              </a:ext>
            </a:extLst>
          </p:cNvPr>
          <p:cNvSpPr/>
          <p:nvPr/>
        </p:nvSpPr>
        <p:spPr bwMode="auto">
          <a:xfrm>
            <a:off x="2038349" y="4589145"/>
            <a:ext cx="7831139" cy="4603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1350" b="1" kern="1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83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bldLvl="0" animBg="1"/>
      <p:bldP spid="20" grpId="0" animBg="1"/>
      <p:bldP spid="20" grpId="1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论文表达结构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ED52D86B-49A4-4A38-9BFD-DE9749128687}"/>
              </a:ext>
            </a:extLst>
          </p:cNvPr>
          <p:cNvGrpSpPr/>
          <p:nvPr/>
        </p:nvGrpSpPr>
        <p:grpSpPr>
          <a:xfrm>
            <a:off x="1633284" y="3382660"/>
            <a:ext cx="767184" cy="1284362"/>
            <a:chOff x="1647799" y="3917876"/>
            <a:chExt cx="767184" cy="12843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0C79EB31-63B5-4F51-9762-A1232D591DE9}"/>
                </a:ext>
              </a:extLst>
            </p:cNvPr>
            <p:cNvGrpSpPr/>
            <p:nvPr/>
          </p:nvGrpSpPr>
          <p:grpSpPr>
            <a:xfrm>
              <a:off x="1647799" y="3917876"/>
              <a:ext cx="767184" cy="1284362"/>
              <a:chOff x="1625525" y="3587676"/>
              <a:chExt cx="767184" cy="1284362"/>
            </a:xfrm>
          </p:grpSpPr>
          <p:sp>
            <p:nvSpPr>
              <p:cNvPr id="12" name="泪滴形 11">
                <a:extLst>
                  <a:ext uri="{FF2B5EF4-FFF2-40B4-BE49-F238E27FC236}">
                    <a16:creationId xmlns:a16="http://schemas.microsoft.com/office/drawing/2014/main" xmlns="" id="{540C9417-423C-4546-89DC-1C79C11F17DD}"/>
                  </a:ext>
                </a:extLst>
              </p:cNvPr>
              <p:cNvSpPr/>
              <p:nvPr/>
            </p:nvSpPr>
            <p:spPr>
              <a:xfrm rot="8196593">
                <a:off x="1625525" y="3587676"/>
                <a:ext cx="767184" cy="767184"/>
              </a:xfrm>
              <a:prstGeom prst="teardrop">
                <a:avLst/>
              </a:prstGeom>
              <a:solidFill>
                <a:srgbClr val="327EC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xmlns="" id="{DB0E9E79-ABE8-4045-93F9-6B07E99907CB}"/>
                  </a:ext>
                </a:extLst>
              </p:cNvPr>
              <p:cNvCxnSpPr>
                <a:stCxn id="12" idx="7"/>
              </p:cNvCxnSpPr>
              <p:nvPr/>
            </p:nvCxnSpPr>
            <p:spPr>
              <a:xfrm>
                <a:off x="1993877" y="4513535"/>
                <a:ext cx="23" cy="293415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xmlns="" id="{46C5744B-A86A-421E-9906-EB15E6562BDF}"/>
                  </a:ext>
                </a:extLst>
              </p:cNvPr>
              <p:cNvSpPr/>
              <p:nvPr/>
            </p:nvSpPr>
            <p:spPr>
              <a:xfrm>
                <a:off x="1959745" y="4803775"/>
                <a:ext cx="68263" cy="68263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xmlns="" id="{BB927DFC-9BA3-45CA-8804-0DAE1892B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2827" y="4108145"/>
              <a:ext cx="386645" cy="386645"/>
            </a:xfrm>
            <a:prstGeom prst="rect">
              <a:avLst/>
            </a:prstGeom>
          </p:spPr>
        </p:pic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E8DCBFE9-F61C-4E4C-B375-C2FC32F569F8}"/>
              </a:ext>
            </a:extLst>
          </p:cNvPr>
          <p:cNvGrpSpPr/>
          <p:nvPr/>
        </p:nvGrpSpPr>
        <p:grpSpPr>
          <a:xfrm>
            <a:off x="3458897" y="1862239"/>
            <a:ext cx="767184" cy="1284362"/>
            <a:chOff x="3473412" y="2517775"/>
            <a:chExt cx="767184" cy="128436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xmlns="" id="{54FBDBCC-50A0-4C7E-8BE2-E59986B8EC56}"/>
                </a:ext>
              </a:extLst>
            </p:cNvPr>
            <p:cNvGrpSpPr/>
            <p:nvPr/>
          </p:nvGrpSpPr>
          <p:grpSpPr>
            <a:xfrm>
              <a:off x="3473412" y="2517775"/>
              <a:ext cx="767184" cy="1284362"/>
              <a:chOff x="1625525" y="3587676"/>
              <a:chExt cx="767184" cy="1284362"/>
            </a:xfrm>
          </p:grpSpPr>
          <p:sp>
            <p:nvSpPr>
              <p:cNvPr id="18" name="泪滴形 17">
                <a:extLst>
                  <a:ext uri="{FF2B5EF4-FFF2-40B4-BE49-F238E27FC236}">
                    <a16:creationId xmlns:a16="http://schemas.microsoft.com/office/drawing/2014/main" xmlns="" id="{8CCC1263-7455-49ED-AE13-E6DB3056C8CB}"/>
                  </a:ext>
                </a:extLst>
              </p:cNvPr>
              <p:cNvSpPr/>
              <p:nvPr/>
            </p:nvSpPr>
            <p:spPr>
              <a:xfrm rot="8196593">
                <a:off x="1625525" y="3587676"/>
                <a:ext cx="767184" cy="767184"/>
              </a:xfrm>
              <a:prstGeom prst="teardrop">
                <a:avLst/>
              </a:prstGeom>
              <a:solidFill>
                <a:schemeClr val="accent5">
                  <a:lumMod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xmlns="" id="{D705945A-2F9F-4705-9A46-573C506E7CEC}"/>
                  </a:ext>
                </a:extLst>
              </p:cNvPr>
              <p:cNvCxnSpPr>
                <a:stCxn id="18" idx="7"/>
              </p:cNvCxnSpPr>
              <p:nvPr/>
            </p:nvCxnSpPr>
            <p:spPr>
              <a:xfrm>
                <a:off x="1993877" y="4513535"/>
                <a:ext cx="23" cy="293415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xmlns="" id="{B20B2F0B-EB63-4262-9CB2-91EA3E080E03}"/>
                  </a:ext>
                </a:extLst>
              </p:cNvPr>
              <p:cNvSpPr/>
              <p:nvPr/>
            </p:nvSpPr>
            <p:spPr>
              <a:xfrm>
                <a:off x="1959745" y="4803775"/>
                <a:ext cx="68263" cy="68263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xmlns="" id="{8F2A6500-FF50-4F1C-8D17-709F18448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2502" y="2739369"/>
              <a:ext cx="338524" cy="322530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050346C7-2B51-46BD-B207-2ACB7F9B5542}"/>
              </a:ext>
            </a:extLst>
          </p:cNvPr>
          <p:cNvGrpSpPr/>
          <p:nvPr/>
        </p:nvGrpSpPr>
        <p:grpSpPr>
          <a:xfrm>
            <a:off x="5697893" y="3382660"/>
            <a:ext cx="767184" cy="1284362"/>
            <a:chOff x="5712408" y="3917876"/>
            <a:chExt cx="767184" cy="128436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xmlns="" id="{BF74C116-71FE-4C41-8921-E50464010F2D}"/>
                </a:ext>
              </a:extLst>
            </p:cNvPr>
            <p:cNvGrpSpPr/>
            <p:nvPr/>
          </p:nvGrpSpPr>
          <p:grpSpPr>
            <a:xfrm>
              <a:off x="5712408" y="3917876"/>
              <a:ext cx="767184" cy="1284362"/>
              <a:chOff x="1625525" y="3587676"/>
              <a:chExt cx="767184" cy="1284362"/>
            </a:xfrm>
          </p:grpSpPr>
          <p:sp>
            <p:nvSpPr>
              <p:cNvPr id="24" name="泪滴形 23">
                <a:extLst>
                  <a:ext uri="{FF2B5EF4-FFF2-40B4-BE49-F238E27FC236}">
                    <a16:creationId xmlns:a16="http://schemas.microsoft.com/office/drawing/2014/main" xmlns="" id="{9A9FA164-8690-4D55-AC6B-591B853DD903}"/>
                  </a:ext>
                </a:extLst>
              </p:cNvPr>
              <p:cNvSpPr/>
              <p:nvPr/>
            </p:nvSpPr>
            <p:spPr>
              <a:xfrm rot="8196593">
                <a:off x="1625525" y="3587676"/>
                <a:ext cx="767184" cy="767184"/>
              </a:xfrm>
              <a:prstGeom prst="teardrop">
                <a:avLst/>
              </a:prstGeom>
              <a:solidFill>
                <a:srgbClr val="327EC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xmlns="" id="{0DC94ED0-108A-4367-890D-459F1CE0E187}"/>
                  </a:ext>
                </a:extLst>
              </p:cNvPr>
              <p:cNvCxnSpPr>
                <a:stCxn id="24" idx="7"/>
              </p:cNvCxnSpPr>
              <p:nvPr/>
            </p:nvCxnSpPr>
            <p:spPr>
              <a:xfrm>
                <a:off x="1993877" y="4513535"/>
                <a:ext cx="23" cy="293415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xmlns="" id="{42666476-9E79-405A-AA96-841D03F6B08C}"/>
                  </a:ext>
                </a:extLst>
              </p:cNvPr>
              <p:cNvSpPr/>
              <p:nvPr/>
            </p:nvSpPr>
            <p:spPr>
              <a:xfrm>
                <a:off x="1959745" y="4803775"/>
                <a:ext cx="68263" cy="68263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xmlns="" id="{517AB273-E200-4F2D-8C00-10CDC9F15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12837" y="4139939"/>
              <a:ext cx="366325" cy="323058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89B65C63-9CF9-4996-9699-DF73B553B71D}"/>
              </a:ext>
            </a:extLst>
          </p:cNvPr>
          <p:cNvGrpSpPr/>
          <p:nvPr/>
        </p:nvGrpSpPr>
        <p:grpSpPr>
          <a:xfrm>
            <a:off x="7936888" y="1862239"/>
            <a:ext cx="767184" cy="1284362"/>
            <a:chOff x="7951403" y="2517775"/>
            <a:chExt cx="767184" cy="128436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xmlns="" id="{203542F0-F1E6-444A-B8CF-E2F5C0A1BAA7}"/>
                </a:ext>
              </a:extLst>
            </p:cNvPr>
            <p:cNvGrpSpPr/>
            <p:nvPr/>
          </p:nvGrpSpPr>
          <p:grpSpPr>
            <a:xfrm>
              <a:off x="7951403" y="2517775"/>
              <a:ext cx="767184" cy="1284362"/>
              <a:chOff x="1625525" y="3587676"/>
              <a:chExt cx="767184" cy="1284362"/>
            </a:xfrm>
          </p:grpSpPr>
          <p:sp>
            <p:nvSpPr>
              <p:cNvPr id="30" name="泪滴形 29">
                <a:extLst>
                  <a:ext uri="{FF2B5EF4-FFF2-40B4-BE49-F238E27FC236}">
                    <a16:creationId xmlns:a16="http://schemas.microsoft.com/office/drawing/2014/main" xmlns="" id="{33E95128-35BF-40EA-9A28-126032A54D00}"/>
                  </a:ext>
                </a:extLst>
              </p:cNvPr>
              <p:cNvSpPr/>
              <p:nvPr/>
            </p:nvSpPr>
            <p:spPr>
              <a:xfrm rot="8196593">
                <a:off x="1625525" y="3587676"/>
                <a:ext cx="767184" cy="767184"/>
              </a:xfrm>
              <a:prstGeom prst="teardrop">
                <a:avLst/>
              </a:prstGeom>
              <a:solidFill>
                <a:schemeClr val="accent5">
                  <a:lumMod val="5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xmlns="" id="{50846639-FFAB-47A5-A1CB-96FB2A813CDC}"/>
                  </a:ext>
                </a:extLst>
              </p:cNvPr>
              <p:cNvCxnSpPr>
                <a:stCxn id="30" idx="7"/>
              </p:cNvCxnSpPr>
              <p:nvPr/>
            </p:nvCxnSpPr>
            <p:spPr>
              <a:xfrm>
                <a:off x="1993877" y="4513535"/>
                <a:ext cx="23" cy="293415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xmlns="" id="{16010820-3F0A-4C7A-9F26-50E33393A95A}"/>
                  </a:ext>
                </a:extLst>
              </p:cNvPr>
              <p:cNvSpPr/>
              <p:nvPr/>
            </p:nvSpPr>
            <p:spPr>
              <a:xfrm>
                <a:off x="1959745" y="4803775"/>
                <a:ext cx="68263" cy="68263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xmlns="" id="{D83D9BC2-4B03-4F62-AE84-D8D27F442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6047" y="2739369"/>
              <a:ext cx="377896" cy="317433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14CDF17B-C9D6-4349-A011-FE8D11794D23}"/>
              </a:ext>
            </a:extLst>
          </p:cNvPr>
          <p:cNvGrpSpPr/>
          <p:nvPr/>
        </p:nvGrpSpPr>
        <p:grpSpPr>
          <a:xfrm>
            <a:off x="9762503" y="3382660"/>
            <a:ext cx="767184" cy="1284362"/>
            <a:chOff x="9777017" y="3917876"/>
            <a:chExt cx="767184" cy="128436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xmlns="" id="{2D2F5432-FBBC-4893-9A43-2FF74560F68F}"/>
                </a:ext>
              </a:extLst>
            </p:cNvPr>
            <p:cNvGrpSpPr/>
            <p:nvPr/>
          </p:nvGrpSpPr>
          <p:grpSpPr>
            <a:xfrm>
              <a:off x="9777017" y="3917876"/>
              <a:ext cx="767184" cy="1284362"/>
              <a:chOff x="1625525" y="3587676"/>
              <a:chExt cx="767184" cy="1284362"/>
            </a:xfrm>
          </p:grpSpPr>
          <p:sp>
            <p:nvSpPr>
              <p:cNvPr id="36" name="泪滴形 35">
                <a:extLst>
                  <a:ext uri="{FF2B5EF4-FFF2-40B4-BE49-F238E27FC236}">
                    <a16:creationId xmlns:a16="http://schemas.microsoft.com/office/drawing/2014/main" xmlns="" id="{D25BDAD8-6BA9-42BD-A6E6-9BC353E12B80}"/>
                  </a:ext>
                </a:extLst>
              </p:cNvPr>
              <p:cNvSpPr/>
              <p:nvPr/>
            </p:nvSpPr>
            <p:spPr>
              <a:xfrm rot="8196593">
                <a:off x="1625525" y="3587676"/>
                <a:ext cx="767184" cy="767184"/>
              </a:xfrm>
              <a:prstGeom prst="teardrop">
                <a:avLst/>
              </a:prstGeom>
              <a:solidFill>
                <a:srgbClr val="327EC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xmlns="" id="{F7A6CF9E-3852-4251-ABE8-AD31BA5C94DB}"/>
                  </a:ext>
                </a:extLst>
              </p:cNvPr>
              <p:cNvCxnSpPr>
                <a:stCxn id="36" idx="7"/>
              </p:cNvCxnSpPr>
              <p:nvPr/>
            </p:nvCxnSpPr>
            <p:spPr>
              <a:xfrm>
                <a:off x="1993877" y="4513535"/>
                <a:ext cx="23" cy="293415"/>
              </a:xfrm>
              <a:prstGeom prst="line">
                <a:avLst/>
              </a:prstGeom>
              <a:ln w="15875">
                <a:solidFill>
                  <a:schemeClr val="tx1">
                    <a:lumMod val="85000"/>
                    <a:lumOff val="15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xmlns="" id="{2EB657E2-50E8-4D92-9371-AAB6A569ECC3}"/>
                  </a:ext>
                </a:extLst>
              </p:cNvPr>
              <p:cNvSpPr/>
              <p:nvPr/>
            </p:nvSpPr>
            <p:spPr>
              <a:xfrm>
                <a:off x="1959745" y="4803775"/>
                <a:ext cx="68263" cy="68263"/>
              </a:xfrm>
              <a:prstGeom prst="ellipse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xmlns="" id="{CB47D8BA-4730-4B80-A8B3-10E864E98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21647" y="4194404"/>
              <a:ext cx="247444" cy="268593"/>
            </a:xfrm>
            <a:prstGeom prst="rect">
              <a:avLst/>
            </a:prstGeom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xmlns="" id="{E19B7350-A566-408D-9255-99A9B877E7CC}"/>
              </a:ext>
            </a:extLst>
          </p:cNvPr>
          <p:cNvGrpSpPr/>
          <p:nvPr/>
        </p:nvGrpSpPr>
        <p:grpSpPr>
          <a:xfrm>
            <a:off x="985878" y="4791073"/>
            <a:ext cx="2035445" cy="1302798"/>
            <a:chOff x="1018116" y="3352911"/>
            <a:chExt cx="2035445" cy="1302798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69C5FBC3-AC8A-4848-ACF3-E318A17B9848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xmlns="" id="{A57E0B5C-DAAB-4301-8A41-53E6C81F7942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E3233540-CD6E-4A02-B79D-BC75A1D44308}"/>
              </a:ext>
            </a:extLst>
          </p:cNvPr>
          <p:cNvGrpSpPr/>
          <p:nvPr/>
        </p:nvGrpSpPr>
        <p:grpSpPr>
          <a:xfrm>
            <a:off x="2805876" y="3299011"/>
            <a:ext cx="2035445" cy="1302798"/>
            <a:chOff x="1018116" y="3352911"/>
            <a:chExt cx="2035445" cy="1302798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xmlns="" id="{83196F90-C4ED-4135-A5D6-D6DCC5044AF0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xmlns="" id="{4FF88A46-B9D7-451B-A48B-EB7386CC5A55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xmlns="" id="{66C435FE-D77A-4E97-A246-13F352C46C5D}"/>
              </a:ext>
            </a:extLst>
          </p:cNvPr>
          <p:cNvGrpSpPr/>
          <p:nvPr/>
        </p:nvGrpSpPr>
        <p:grpSpPr>
          <a:xfrm>
            <a:off x="7283868" y="3299011"/>
            <a:ext cx="2035445" cy="1302798"/>
            <a:chOff x="1018116" y="3352911"/>
            <a:chExt cx="2035445" cy="1302798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xmlns="" id="{B2FF55E6-055C-4D0D-B4E8-995C84D792D3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xmlns="" id="{CB08DF32-4916-4331-A2CB-A9551381AD77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xmlns="" id="{F8159D20-7C29-45DC-B959-EE0B877043F0}"/>
              </a:ext>
            </a:extLst>
          </p:cNvPr>
          <p:cNvGrpSpPr/>
          <p:nvPr/>
        </p:nvGrpSpPr>
        <p:grpSpPr>
          <a:xfrm>
            <a:off x="5048522" y="4791073"/>
            <a:ext cx="2035445" cy="1302798"/>
            <a:chOff x="1018116" y="3352911"/>
            <a:chExt cx="2035445" cy="1302798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C2A47366-F48C-41B9-970A-0574131E540B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xmlns="" id="{2654328A-D2D0-4C7D-AEF9-2E576763BAC3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B330D1DB-5871-437B-9373-4F392252CF7A}"/>
              </a:ext>
            </a:extLst>
          </p:cNvPr>
          <p:cNvGrpSpPr/>
          <p:nvPr/>
        </p:nvGrpSpPr>
        <p:grpSpPr>
          <a:xfrm>
            <a:off x="9113131" y="4791073"/>
            <a:ext cx="2035445" cy="1302798"/>
            <a:chOff x="1018116" y="3352911"/>
            <a:chExt cx="2035445" cy="1302798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xmlns="" id="{24C398BF-F539-4807-B000-2F087885E719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xmlns="" id="{333EC936-8A5F-4372-B13F-9F051F6FC764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777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论文表达结构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770F652E-FA42-46AA-8CF6-66C2DC254381}"/>
              </a:ext>
            </a:extLst>
          </p:cNvPr>
          <p:cNvSpPr txBox="1"/>
          <p:nvPr/>
        </p:nvSpPr>
        <p:spPr>
          <a:xfrm>
            <a:off x="1565922" y="1562168"/>
            <a:ext cx="9060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400" dirty="0">
                <a:latin typeface="微软雅黑" pitchFamily="34" charset="-122"/>
                <a:ea typeface="微软雅黑" pitchFamily="34" charset="-122"/>
              </a:rPr>
              <a:t>单击此处添加标题内容，内容要与标题一致，并主要字体大小及文本匹配程度。单击此处添加标题内容，内容要与标题一致，并主要字体大小及文本匹配程度。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23D11A7E-C0C8-4CF0-89EF-12329AA998EE}"/>
              </a:ext>
            </a:extLst>
          </p:cNvPr>
          <p:cNvGrpSpPr/>
          <p:nvPr/>
        </p:nvGrpSpPr>
        <p:grpSpPr>
          <a:xfrm>
            <a:off x="1428619" y="2750262"/>
            <a:ext cx="1143000" cy="1633329"/>
            <a:chOff x="2249715" y="2647308"/>
            <a:chExt cx="1143000" cy="1633329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xmlns="" id="{DC7AD303-E7D5-4043-8357-4689E5A82B21}"/>
                </a:ext>
              </a:extLst>
            </p:cNvPr>
            <p:cNvSpPr/>
            <p:nvPr/>
          </p:nvSpPr>
          <p:spPr>
            <a:xfrm>
              <a:off x="2249715" y="2647308"/>
              <a:ext cx="1143000" cy="1143000"/>
            </a:xfrm>
            <a:prstGeom prst="ellipse">
              <a:avLst/>
            </a:prstGeom>
            <a:noFill/>
            <a:ln>
              <a:solidFill>
                <a:srgbClr val="2325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2EDC8D5D-7B9A-4C76-9421-F29784EED9B2}"/>
                </a:ext>
              </a:extLst>
            </p:cNvPr>
            <p:cNvSpPr txBox="1"/>
            <p:nvPr/>
          </p:nvSpPr>
          <p:spPr>
            <a:xfrm>
              <a:off x="2429330" y="2834087"/>
              <a:ext cx="78377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4400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5D077F52-ADC2-4DD0-ABF2-D384698B6089}"/>
              </a:ext>
            </a:extLst>
          </p:cNvPr>
          <p:cNvGrpSpPr/>
          <p:nvPr/>
        </p:nvGrpSpPr>
        <p:grpSpPr>
          <a:xfrm>
            <a:off x="6503983" y="2750261"/>
            <a:ext cx="1143000" cy="1143000"/>
            <a:chOff x="7325079" y="2647308"/>
            <a:chExt cx="1143000" cy="1143000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5816DCC9-B5D5-49DD-B78C-DAF676ED9198}"/>
                </a:ext>
              </a:extLst>
            </p:cNvPr>
            <p:cNvSpPr/>
            <p:nvPr/>
          </p:nvSpPr>
          <p:spPr>
            <a:xfrm>
              <a:off x="7325079" y="2647308"/>
              <a:ext cx="1143000" cy="1143000"/>
            </a:xfrm>
            <a:prstGeom prst="ellipse">
              <a:avLst/>
            </a:prstGeom>
            <a:noFill/>
            <a:ln>
              <a:solidFill>
                <a:srgbClr val="2325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xmlns="" id="{2BFB0BDE-F554-455D-B2DD-A0C0C9173EC4}"/>
                </a:ext>
              </a:extLst>
            </p:cNvPr>
            <p:cNvSpPr txBox="1"/>
            <p:nvPr/>
          </p:nvSpPr>
          <p:spPr>
            <a:xfrm>
              <a:off x="7414886" y="2834088"/>
              <a:ext cx="9633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4400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1FA7629C-7F83-4EC3-9D83-9B49DB1AD87B}"/>
              </a:ext>
            </a:extLst>
          </p:cNvPr>
          <p:cNvGrpSpPr/>
          <p:nvPr/>
        </p:nvGrpSpPr>
        <p:grpSpPr>
          <a:xfrm>
            <a:off x="1428619" y="4734576"/>
            <a:ext cx="1143000" cy="1143000"/>
            <a:chOff x="1428619" y="4631622"/>
            <a:chExt cx="1143000" cy="114300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xmlns="" id="{72230FE3-93CA-4E6B-B376-23A582660E02}"/>
                </a:ext>
              </a:extLst>
            </p:cNvPr>
            <p:cNvSpPr/>
            <p:nvPr/>
          </p:nvSpPr>
          <p:spPr>
            <a:xfrm>
              <a:off x="1428619" y="4631622"/>
              <a:ext cx="1143000" cy="1143000"/>
            </a:xfrm>
            <a:prstGeom prst="ellipse">
              <a:avLst/>
            </a:prstGeom>
            <a:noFill/>
            <a:ln>
              <a:solidFill>
                <a:srgbClr val="2325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CFA114EC-7910-4849-ABCE-2D0FD9ED50C5}"/>
                </a:ext>
              </a:extLst>
            </p:cNvPr>
            <p:cNvSpPr txBox="1"/>
            <p:nvPr/>
          </p:nvSpPr>
          <p:spPr>
            <a:xfrm>
              <a:off x="1518426" y="4818401"/>
              <a:ext cx="9633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4400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C0A95EDE-4F6B-465C-AAAD-80608CF0CE1C}"/>
              </a:ext>
            </a:extLst>
          </p:cNvPr>
          <p:cNvGrpSpPr/>
          <p:nvPr/>
        </p:nvGrpSpPr>
        <p:grpSpPr>
          <a:xfrm>
            <a:off x="6503983" y="4734576"/>
            <a:ext cx="1143000" cy="1143000"/>
            <a:chOff x="7325079" y="4631622"/>
            <a:chExt cx="1143000" cy="1143000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xmlns="" id="{566543D5-B2B4-410B-8B6D-A82FA8218332}"/>
                </a:ext>
              </a:extLst>
            </p:cNvPr>
            <p:cNvSpPr/>
            <p:nvPr/>
          </p:nvSpPr>
          <p:spPr>
            <a:xfrm>
              <a:off x="7325079" y="4631622"/>
              <a:ext cx="1143000" cy="1143000"/>
            </a:xfrm>
            <a:prstGeom prst="ellipse">
              <a:avLst/>
            </a:prstGeom>
            <a:noFill/>
            <a:ln>
              <a:solidFill>
                <a:srgbClr val="2325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8BE481E3-405B-4D76-A1A9-362700807D73}"/>
                </a:ext>
              </a:extLst>
            </p:cNvPr>
            <p:cNvSpPr txBox="1"/>
            <p:nvPr/>
          </p:nvSpPr>
          <p:spPr>
            <a:xfrm>
              <a:off x="7414886" y="4818401"/>
              <a:ext cx="9633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04</a:t>
              </a:r>
              <a:endParaRPr lang="zh-CN" altLang="en-US" sz="4400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57A7AC09-3D07-4531-BA06-87100BAF00E0}"/>
              </a:ext>
            </a:extLst>
          </p:cNvPr>
          <p:cNvGrpSpPr/>
          <p:nvPr/>
        </p:nvGrpSpPr>
        <p:grpSpPr>
          <a:xfrm>
            <a:off x="2661426" y="2723710"/>
            <a:ext cx="3116399" cy="1169552"/>
            <a:chOff x="3482522" y="2620756"/>
            <a:chExt cx="3116398" cy="1169552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xmlns="" id="{B4FE156B-04C6-4942-B88D-A56ED1B8E8ED}"/>
                </a:ext>
              </a:extLst>
            </p:cNvPr>
            <p:cNvGrpSpPr/>
            <p:nvPr/>
          </p:nvGrpSpPr>
          <p:grpSpPr>
            <a:xfrm>
              <a:off x="3482522" y="2620756"/>
              <a:ext cx="3116398" cy="1169552"/>
              <a:chOff x="3482522" y="2521058"/>
              <a:chExt cx="3116398" cy="1169552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xmlns="" id="{389E64F2-89B8-4570-B463-37E058EBDBCC}"/>
                  </a:ext>
                </a:extLst>
              </p:cNvPr>
              <p:cNvSpPr txBox="1"/>
              <p:nvPr/>
            </p:nvSpPr>
            <p:spPr>
              <a:xfrm>
                <a:off x="3482522" y="2521058"/>
                <a:ext cx="16378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232531"/>
                    </a:solidFill>
                    <a:latin typeface="微软雅黑" pitchFamily="34" charset="-122"/>
                    <a:ea typeface="微软雅黑" pitchFamily="34" charset="-122"/>
                  </a:rPr>
                  <a:t>添加标题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xmlns="" id="{0EB0BB74-E75B-4D7C-9E21-67B80477DFEE}"/>
                  </a:ext>
                </a:extLst>
              </p:cNvPr>
              <p:cNvSpPr txBox="1"/>
              <p:nvPr/>
            </p:nvSpPr>
            <p:spPr>
              <a:xfrm>
                <a:off x="3482522" y="2951946"/>
                <a:ext cx="311639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spc="400" dirty="0">
                    <a:latin typeface="微软雅黑" pitchFamily="34" charset="-122"/>
                    <a:ea typeface="微软雅黑" pitchFamily="34" charset="-122"/>
                  </a:rPr>
                  <a:t>单击此处添加标题内容，内容要与标题一致，并主要字体大小。</a:t>
                </a:r>
              </a:p>
            </p:txBody>
          </p:sp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EC971CA7-9A47-4C15-B9FB-9CD2C26F5777}"/>
                </a:ext>
              </a:extLst>
            </p:cNvPr>
            <p:cNvSpPr/>
            <p:nvPr/>
          </p:nvSpPr>
          <p:spPr>
            <a:xfrm>
              <a:off x="4958897" y="2707129"/>
              <a:ext cx="54428" cy="318646"/>
            </a:xfrm>
            <a:prstGeom prst="rect">
              <a:avLst/>
            </a:prstGeom>
            <a:solidFill>
              <a:srgbClr val="2325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83A0BEB4-AE8C-435E-8A1C-BF1992131FD9}"/>
              </a:ext>
            </a:extLst>
          </p:cNvPr>
          <p:cNvGrpSpPr/>
          <p:nvPr/>
        </p:nvGrpSpPr>
        <p:grpSpPr>
          <a:xfrm>
            <a:off x="7646983" y="2723710"/>
            <a:ext cx="3116399" cy="1169552"/>
            <a:chOff x="3482522" y="2620756"/>
            <a:chExt cx="3116398" cy="116955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xmlns="" id="{2A6867C0-26E5-49A6-8028-7D93D1075537}"/>
                </a:ext>
              </a:extLst>
            </p:cNvPr>
            <p:cNvGrpSpPr/>
            <p:nvPr/>
          </p:nvGrpSpPr>
          <p:grpSpPr>
            <a:xfrm>
              <a:off x="3482522" y="2620756"/>
              <a:ext cx="3116398" cy="1169552"/>
              <a:chOff x="3482522" y="2521058"/>
              <a:chExt cx="3116398" cy="1169552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xmlns="" id="{BAF7390A-B2A0-462B-9B33-3925A30E2E4C}"/>
                  </a:ext>
                </a:extLst>
              </p:cNvPr>
              <p:cNvSpPr txBox="1"/>
              <p:nvPr/>
            </p:nvSpPr>
            <p:spPr>
              <a:xfrm>
                <a:off x="3482522" y="2521058"/>
                <a:ext cx="16378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232531"/>
                    </a:solidFill>
                    <a:latin typeface="微软雅黑" pitchFamily="34" charset="-122"/>
                    <a:ea typeface="微软雅黑" pitchFamily="34" charset="-122"/>
                  </a:rPr>
                  <a:t>添加标题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xmlns="" id="{3B6601E3-2C37-4670-8BC0-7ABDB33E65E5}"/>
                  </a:ext>
                </a:extLst>
              </p:cNvPr>
              <p:cNvSpPr txBox="1"/>
              <p:nvPr/>
            </p:nvSpPr>
            <p:spPr>
              <a:xfrm>
                <a:off x="3482522" y="2951946"/>
                <a:ext cx="311639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spc="400" dirty="0">
                    <a:latin typeface="微软雅黑" pitchFamily="34" charset="-122"/>
                    <a:ea typeface="微软雅黑" pitchFamily="34" charset="-122"/>
                  </a:rPr>
                  <a:t>单击此处添加标题内容，内容要与标题一致，并主要字体大小。</a:t>
                </a: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6D6BA3CD-784A-4172-BC6F-987D75D18B75}"/>
                </a:ext>
              </a:extLst>
            </p:cNvPr>
            <p:cNvSpPr/>
            <p:nvPr/>
          </p:nvSpPr>
          <p:spPr>
            <a:xfrm>
              <a:off x="4958897" y="2707129"/>
              <a:ext cx="54428" cy="318646"/>
            </a:xfrm>
            <a:prstGeom prst="rect">
              <a:avLst/>
            </a:prstGeom>
            <a:solidFill>
              <a:srgbClr val="2325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47CA69D1-EF81-4CF5-92A6-C62C6E4BE79E}"/>
              </a:ext>
            </a:extLst>
          </p:cNvPr>
          <p:cNvGrpSpPr/>
          <p:nvPr/>
        </p:nvGrpSpPr>
        <p:grpSpPr>
          <a:xfrm>
            <a:off x="2661426" y="4708024"/>
            <a:ext cx="3116399" cy="1169552"/>
            <a:chOff x="3482522" y="2620756"/>
            <a:chExt cx="3116398" cy="1169552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xmlns="" id="{8D47179C-50D7-46C4-A01A-9EB9B007B1FC}"/>
                </a:ext>
              </a:extLst>
            </p:cNvPr>
            <p:cNvGrpSpPr/>
            <p:nvPr/>
          </p:nvGrpSpPr>
          <p:grpSpPr>
            <a:xfrm>
              <a:off x="3482522" y="2620756"/>
              <a:ext cx="3116398" cy="1169552"/>
              <a:chOff x="3482522" y="2521058"/>
              <a:chExt cx="3116398" cy="1169552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xmlns="" id="{54B7DAEC-8890-4668-9DFE-74CBF4D2D806}"/>
                  </a:ext>
                </a:extLst>
              </p:cNvPr>
              <p:cNvSpPr txBox="1"/>
              <p:nvPr/>
            </p:nvSpPr>
            <p:spPr>
              <a:xfrm>
                <a:off x="3482522" y="2521058"/>
                <a:ext cx="16378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232531"/>
                    </a:solidFill>
                    <a:latin typeface="微软雅黑" pitchFamily="34" charset="-122"/>
                    <a:ea typeface="微软雅黑" pitchFamily="34" charset="-122"/>
                  </a:rPr>
                  <a:t>添加标题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xmlns="" id="{2F8A1E11-51EB-431E-B0AD-00FEAA4E1D56}"/>
                  </a:ext>
                </a:extLst>
              </p:cNvPr>
              <p:cNvSpPr txBox="1"/>
              <p:nvPr/>
            </p:nvSpPr>
            <p:spPr>
              <a:xfrm>
                <a:off x="3482522" y="2951946"/>
                <a:ext cx="311639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spc="400" dirty="0">
                    <a:latin typeface="微软雅黑" pitchFamily="34" charset="-122"/>
                    <a:ea typeface="微软雅黑" pitchFamily="34" charset="-122"/>
                  </a:rPr>
                  <a:t>单击此处添加标题内容，内容要与标题一致，并主要字体大小。</a:t>
                </a:r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xmlns="" id="{87F7408F-7E29-4437-9C2C-9A16A8EF15C2}"/>
                </a:ext>
              </a:extLst>
            </p:cNvPr>
            <p:cNvSpPr/>
            <p:nvPr/>
          </p:nvSpPr>
          <p:spPr>
            <a:xfrm>
              <a:off x="4958897" y="2707129"/>
              <a:ext cx="54428" cy="318646"/>
            </a:xfrm>
            <a:prstGeom prst="rect">
              <a:avLst/>
            </a:prstGeom>
            <a:solidFill>
              <a:srgbClr val="2325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FF2AAD2F-CE0D-4CBC-B8CB-D7F9F73BA919}"/>
              </a:ext>
            </a:extLst>
          </p:cNvPr>
          <p:cNvGrpSpPr/>
          <p:nvPr/>
        </p:nvGrpSpPr>
        <p:grpSpPr>
          <a:xfrm>
            <a:off x="7646983" y="4708024"/>
            <a:ext cx="3116399" cy="1169552"/>
            <a:chOff x="3482522" y="2620756"/>
            <a:chExt cx="3116398" cy="1169552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xmlns="" id="{245F8641-5C95-47AE-B65E-0D78A1EC83FA}"/>
                </a:ext>
              </a:extLst>
            </p:cNvPr>
            <p:cNvGrpSpPr/>
            <p:nvPr/>
          </p:nvGrpSpPr>
          <p:grpSpPr>
            <a:xfrm>
              <a:off x="3482522" y="2620756"/>
              <a:ext cx="3116398" cy="1169552"/>
              <a:chOff x="3482522" y="2521058"/>
              <a:chExt cx="3116398" cy="1169552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xmlns="" id="{EBFBA757-A0B8-4AB4-B287-2D14E9CA6FD4}"/>
                  </a:ext>
                </a:extLst>
              </p:cNvPr>
              <p:cNvSpPr txBox="1"/>
              <p:nvPr/>
            </p:nvSpPr>
            <p:spPr>
              <a:xfrm>
                <a:off x="3482522" y="2521058"/>
                <a:ext cx="16378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232531"/>
                    </a:solidFill>
                    <a:latin typeface="微软雅黑" pitchFamily="34" charset="-122"/>
                    <a:ea typeface="微软雅黑" pitchFamily="34" charset="-122"/>
                  </a:rPr>
                  <a:t>添加标题</a:t>
                </a: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xmlns="" id="{A0ADAEA3-54DA-4B84-A319-0F26FF26D0B5}"/>
                  </a:ext>
                </a:extLst>
              </p:cNvPr>
              <p:cNvSpPr txBox="1"/>
              <p:nvPr/>
            </p:nvSpPr>
            <p:spPr>
              <a:xfrm>
                <a:off x="3482522" y="2951946"/>
                <a:ext cx="311639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spc="400" dirty="0">
                    <a:latin typeface="微软雅黑" pitchFamily="34" charset="-122"/>
                    <a:ea typeface="微软雅黑" pitchFamily="34" charset="-122"/>
                  </a:rPr>
                  <a:t>单击此处添加标题内容，内容要与标题一致，并主要字体大小。</a:t>
                </a:r>
              </a:p>
            </p:txBody>
          </p:sp>
        </p:grp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xmlns="" id="{546BB7CD-C1B0-417D-B8A6-A413D93D8CCA}"/>
                </a:ext>
              </a:extLst>
            </p:cNvPr>
            <p:cNvSpPr/>
            <p:nvPr/>
          </p:nvSpPr>
          <p:spPr>
            <a:xfrm>
              <a:off x="4958897" y="2707129"/>
              <a:ext cx="54428" cy="318646"/>
            </a:xfrm>
            <a:prstGeom prst="rect">
              <a:avLst/>
            </a:prstGeom>
            <a:solidFill>
              <a:srgbClr val="2325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043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论文表达结构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xmlns="" id="{A18AC64B-72BB-493D-9AFC-0CEAFC216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828550"/>
              </p:ext>
            </p:extLst>
          </p:nvPr>
        </p:nvGraphicFramePr>
        <p:xfrm>
          <a:off x="417475" y="1653192"/>
          <a:ext cx="6900636" cy="4282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D79D3B9E-9997-4BBB-A60C-C9AE81ED8124}"/>
              </a:ext>
            </a:extLst>
          </p:cNvPr>
          <p:cNvSpPr txBox="1"/>
          <p:nvPr/>
        </p:nvSpPr>
        <p:spPr>
          <a:xfrm>
            <a:off x="7685313" y="2518851"/>
            <a:ext cx="373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单击此处添加标题内容，标题要与内容相符。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FA874266-719A-4149-BF3B-B0E5DFA8F8B4}"/>
              </a:ext>
            </a:extLst>
          </p:cNvPr>
          <p:cNvSpPr txBox="1"/>
          <p:nvPr/>
        </p:nvSpPr>
        <p:spPr>
          <a:xfrm>
            <a:off x="7685313" y="3209685"/>
            <a:ext cx="373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单击此处添加标题内容，标题要与内容相符。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A527A81D-485F-4C7E-A057-DD858E9AECBE}"/>
              </a:ext>
            </a:extLst>
          </p:cNvPr>
          <p:cNvSpPr txBox="1"/>
          <p:nvPr/>
        </p:nvSpPr>
        <p:spPr>
          <a:xfrm>
            <a:off x="7685313" y="3900519"/>
            <a:ext cx="373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单击此处添加标题内容，标题要与内容相符。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DB1609DB-4B83-42F3-B70A-54744C900CBF}"/>
              </a:ext>
            </a:extLst>
          </p:cNvPr>
          <p:cNvSpPr txBox="1"/>
          <p:nvPr/>
        </p:nvSpPr>
        <p:spPr>
          <a:xfrm>
            <a:off x="7685313" y="4591352"/>
            <a:ext cx="373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单击此处添加标题内容，标题要与内容相符。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239663B4-916B-48E6-9455-32777D90FD74}"/>
              </a:ext>
            </a:extLst>
          </p:cNvPr>
          <p:cNvGrpSpPr/>
          <p:nvPr/>
        </p:nvGrpSpPr>
        <p:grpSpPr>
          <a:xfrm>
            <a:off x="7503747" y="5310492"/>
            <a:ext cx="2153659" cy="377079"/>
            <a:chOff x="460880" y="5433239"/>
            <a:chExt cx="2153659" cy="377079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3A8F9FD5-76C1-4E2D-8E78-B8470E0ED986}"/>
                </a:ext>
              </a:extLst>
            </p:cNvPr>
            <p:cNvSpPr/>
            <p:nvPr/>
          </p:nvSpPr>
          <p:spPr>
            <a:xfrm>
              <a:off x="724106" y="5433239"/>
              <a:ext cx="1627208" cy="377079"/>
            </a:xfrm>
            <a:prstGeom prst="roundRect">
              <a:avLst/>
            </a:pr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829DD1A5-2E08-43CD-86C4-F42397675598}"/>
                </a:ext>
              </a:extLst>
            </p:cNvPr>
            <p:cNvSpPr txBox="1"/>
            <p:nvPr/>
          </p:nvSpPr>
          <p:spPr>
            <a:xfrm>
              <a:off x="460880" y="5452501"/>
              <a:ext cx="215365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包图粗黑体" panose="02000800000000000000" pitchFamily="2" charset="-122"/>
                  <a:ea typeface="包图粗黑体" panose="02000800000000000000" pitchFamily="2" charset="-122"/>
                </a:rPr>
                <a:t>PAY ATTENTION </a:t>
              </a:r>
              <a:endPara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083EA5C4-54BA-4985-BF1A-7C1FD8198284}"/>
              </a:ext>
            </a:extLst>
          </p:cNvPr>
          <p:cNvSpPr txBox="1"/>
          <p:nvPr/>
        </p:nvSpPr>
        <p:spPr>
          <a:xfrm>
            <a:off x="7645262" y="2023785"/>
            <a:ext cx="2068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24262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9" grpId="0">
        <p:bldAsOne/>
      </p:bldGraphic>
      <p:bldP spid="10" grpId="0"/>
      <p:bldP spid="11" grpId="0"/>
      <p:bldP spid="12" grpId="0"/>
      <p:bldP spid="13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论文表达结构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xmlns="" id="{53FCFAA3-51A0-472A-80D5-A22FCD47EFF9}"/>
              </a:ext>
            </a:extLst>
          </p:cNvPr>
          <p:cNvSpPr/>
          <p:nvPr/>
        </p:nvSpPr>
        <p:spPr bwMode="auto">
          <a:xfrm>
            <a:off x="1374142" y="2143127"/>
            <a:ext cx="1867535" cy="168338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9525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点此编辑标题</a:t>
            </a:r>
          </a:p>
        </p:txBody>
      </p:sp>
      <p:sp>
        <p:nvSpPr>
          <p:cNvPr id="10" name="矩形 3">
            <a:extLst>
              <a:ext uri="{FF2B5EF4-FFF2-40B4-BE49-F238E27FC236}">
                <a16:creationId xmlns:a16="http://schemas.microsoft.com/office/drawing/2014/main" xmlns="" id="{0E7D50E1-46DD-4F0B-8298-CBD4B63DA1E2}"/>
              </a:ext>
            </a:extLst>
          </p:cNvPr>
          <p:cNvSpPr/>
          <p:nvPr/>
        </p:nvSpPr>
        <p:spPr>
          <a:xfrm>
            <a:off x="3023869" y="1429385"/>
            <a:ext cx="7771131" cy="1494155"/>
          </a:xfrm>
          <a:custGeom>
            <a:avLst/>
            <a:gdLst/>
            <a:ahLst/>
            <a:cxnLst/>
            <a:rect l="l" t="t" r="r" b="b"/>
            <a:pathLst>
              <a:path w="6025861" h="1158747">
                <a:moveTo>
                  <a:pt x="575194" y="0"/>
                </a:moveTo>
                <a:lnTo>
                  <a:pt x="1992514" y="0"/>
                </a:lnTo>
                <a:lnTo>
                  <a:pt x="4154179" y="0"/>
                </a:lnTo>
                <a:lnTo>
                  <a:pt x="5571499" y="0"/>
                </a:lnTo>
                <a:lnTo>
                  <a:pt x="5571499" y="474"/>
                </a:lnTo>
                <a:lnTo>
                  <a:pt x="5639364" y="474"/>
                </a:lnTo>
                <a:cubicBezTo>
                  <a:pt x="5661410" y="0"/>
                  <a:pt x="5683924" y="5211"/>
                  <a:pt x="5704562" y="17528"/>
                </a:cubicBezTo>
                <a:cubicBezTo>
                  <a:pt x="5723793" y="28424"/>
                  <a:pt x="5739272" y="44057"/>
                  <a:pt x="5749591" y="62533"/>
                </a:cubicBezTo>
                <a:lnTo>
                  <a:pt x="6008038" y="514473"/>
                </a:lnTo>
                <a:cubicBezTo>
                  <a:pt x="6019294" y="533422"/>
                  <a:pt x="6025861" y="555687"/>
                  <a:pt x="6025861" y="579374"/>
                </a:cubicBezTo>
                <a:cubicBezTo>
                  <a:pt x="6025861" y="603534"/>
                  <a:pt x="6019294" y="625799"/>
                  <a:pt x="6007568" y="644749"/>
                </a:cubicBezTo>
                <a:lnTo>
                  <a:pt x="5749591" y="1096688"/>
                </a:lnTo>
                <a:cubicBezTo>
                  <a:pt x="5738803" y="1114690"/>
                  <a:pt x="5723793" y="1130324"/>
                  <a:pt x="5704562" y="1141693"/>
                </a:cubicBezTo>
                <a:cubicBezTo>
                  <a:pt x="5684393" y="1153536"/>
                  <a:pt x="5662348" y="1158747"/>
                  <a:pt x="5640302" y="1158273"/>
                </a:cubicBezTo>
                <a:lnTo>
                  <a:pt x="5571499" y="1158273"/>
                </a:lnTo>
                <a:lnTo>
                  <a:pt x="5571499" y="1158747"/>
                </a:lnTo>
                <a:lnTo>
                  <a:pt x="4154179" y="1158747"/>
                </a:lnTo>
                <a:lnTo>
                  <a:pt x="1992514" y="1158747"/>
                </a:lnTo>
                <a:lnTo>
                  <a:pt x="575194" y="1158747"/>
                </a:lnTo>
                <a:lnTo>
                  <a:pt x="575194" y="1158273"/>
                </a:lnTo>
                <a:lnTo>
                  <a:pt x="382745" y="1158273"/>
                </a:lnTo>
                <a:cubicBezTo>
                  <a:pt x="362107" y="1158273"/>
                  <a:pt x="340530" y="1153062"/>
                  <a:pt x="321299" y="1141693"/>
                </a:cubicBezTo>
                <a:cubicBezTo>
                  <a:pt x="302069" y="1130324"/>
                  <a:pt x="286590" y="1114690"/>
                  <a:pt x="276270" y="1096215"/>
                </a:cubicBezTo>
                <a:lnTo>
                  <a:pt x="16886" y="642380"/>
                </a:lnTo>
                <a:cubicBezTo>
                  <a:pt x="6098" y="623904"/>
                  <a:pt x="0" y="602587"/>
                  <a:pt x="0" y="579374"/>
                </a:cubicBezTo>
                <a:cubicBezTo>
                  <a:pt x="0" y="556161"/>
                  <a:pt x="6098" y="534843"/>
                  <a:pt x="16886" y="515894"/>
                </a:cubicBezTo>
                <a:lnTo>
                  <a:pt x="275332" y="63954"/>
                </a:lnTo>
                <a:cubicBezTo>
                  <a:pt x="286120" y="45478"/>
                  <a:pt x="301599" y="28898"/>
                  <a:pt x="321299" y="17528"/>
                </a:cubicBezTo>
                <a:cubicBezTo>
                  <a:pt x="339592" y="6633"/>
                  <a:pt x="359762" y="948"/>
                  <a:pt x="379930" y="474"/>
                </a:cubicBezTo>
                <a:lnTo>
                  <a:pt x="575194" y="474"/>
                </a:lnTo>
                <a:close/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/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在此输入详细文字介绍和详细信息，在此输入详细文字介绍和详细信息。在此输入详细文字介绍和详细信息，在此输入详细文字介绍和详细信息。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xmlns="" id="{D2927B64-5994-4694-857B-D8DC8799E68B}"/>
              </a:ext>
            </a:extLst>
          </p:cNvPr>
          <p:cNvSpPr/>
          <p:nvPr/>
        </p:nvSpPr>
        <p:spPr bwMode="auto">
          <a:xfrm>
            <a:off x="2915922" y="3064512"/>
            <a:ext cx="1867535" cy="168338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点此编辑标题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xmlns="" id="{6B83ADCF-3DB1-458D-8A39-EB38EFD5E524}"/>
              </a:ext>
            </a:extLst>
          </p:cNvPr>
          <p:cNvSpPr/>
          <p:nvPr/>
        </p:nvSpPr>
        <p:spPr bwMode="auto">
          <a:xfrm>
            <a:off x="1374142" y="3961130"/>
            <a:ext cx="1867535" cy="1683385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9525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点此编辑标题</a:t>
            </a:r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xmlns="" id="{20718C9F-3371-4E44-9DBD-E84049518667}"/>
              </a:ext>
            </a:extLst>
          </p:cNvPr>
          <p:cNvSpPr/>
          <p:nvPr/>
        </p:nvSpPr>
        <p:spPr>
          <a:xfrm>
            <a:off x="4851400" y="3148965"/>
            <a:ext cx="5943600" cy="1494155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/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xmlns="" id="{EFBA4CE4-B922-4398-9831-D155F6A3656D}"/>
              </a:ext>
            </a:extLst>
          </p:cNvPr>
          <p:cNvSpPr/>
          <p:nvPr/>
        </p:nvSpPr>
        <p:spPr>
          <a:xfrm>
            <a:off x="3023869" y="4868547"/>
            <a:ext cx="7771131" cy="1494155"/>
          </a:xfrm>
          <a:custGeom>
            <a:avLst/>
            <a:gdLst/>
            <a:ahLst/>
            <a:cxnLst/>
            <a:rect l="l" t="t" r="r" b="b"/>
            <a:pathLst>
              <a:path w="6025861" h="1158747">
                <a:moveTo>
                  <a:pt x="575194" y="0"/>
                </a:moveTo>
                <a:lnTo>
                  <a:pt x="1992514" y="0"/>
                </a:lnTo>
                <a:lnTo>
                  <a:pt x="4154179" y="0"/>
                </a:lnTo>
                <a:lnTo>
                  <a:pt x="5571499" y="0"/>
                </a:lnTo>
                <a:lnTo>
                  <a:pt x="5571499" y="474"/>
                </a:lnTo>
                <a:lnTo>
                  <a:pt x="5639364" y="474"/>
                </a:lnTo>
                <a:cubicBezTo>
                  <a:pt x="5661410" y="0"/>
                  <a:pt x="5683924" y="5211"/>
                  <a:pt x="5704562" y="17528"/>
                </a:cubicBezTo>
                <a:cubicBezTo>
                  <a:pt x="5723793" y="28424"/>
                  <a:pt x="5739272" y="44057"/>
                  <a:pt x="5749591" y="62533"/>
                </a:cubicBezTo>
                <a:lnTo>
                  <a:pt x="6008038" y="514473"/>
                </a:lnTo>
                <a:cubicBezTo>
                  <a:pt x="6019294" y="533422"/>
                  <a:pt x="6025861" y="555687"/>
                  <a:pt x="6025861" y="579374"/>
                </a:cubicBezTo>
                <a:cubicBezTo>
                  <a:pt x="6025861" y="603535"/>
                  <a:pt x="6019294" y="625800"/>
                  <a:pt x="6007568" y="644749"/>
                </a:cubicBezTo>
                <a:lnTo>
                  <a:pt x="5749591" y="1096688"/>
                </a:lnTo>
                <a:cubicBezTo>
                  <a:pt x="5738803" y="1114690"/>
                  <a:pt x="5723793" y="1130324"/>
                  <a:pt x="5704562" y="1141693"/>
                </a:cubicBezTo>
                <a:cubicBezTo>
                  <a:pt x="5684393" y="1153536"/>
                  <a:pt x="5662348" y="1158747"/>
                  <a:pt x="5640302" y="1158273"/>
                </a:cubicBezTo>
                <a:lnTo>
                  <a:pt x="5571499" y="1158273"/>
                </a:lnTo>
                <a:lnTo>
                  <a:pt x="5571499" y="1158747"/>
                </a:lnTo>
                <a:lnTo>
                  <a:pt x="4154179" y="1158747"/>
                </a:lnTo>
                <a:lnTo>
                  <a:pt x="1992514" y="1158747"/>
                </a:lnTo>
                <a:lnTo>
                  <a:pt x="575194" y="1158747"/>
                </a:lnTo>
                <a:lnTo>
                  <a:pt x="575194" y="1158273"/>
                </a:lnTo>
                <a:lnTo>
                  <a:pt x="382745" y="1158273"/>
                </a:lnTo>
                <a:cubicBezTo>
                  <a:pt x="362107" y="1158273"/>
                  <a:pt x="340530" y="1153062"/>
                  <a:pt x="321299" y="1141693"/>
                </a:cubicBezTo>
                <a:cubicBezTo>
                  <a:pt x="302069" y="1130324"/>
                  <a:pt x="286590" y="1114690"/>
                  <a:pt x="276270" y="1096215"/>
                </a:cubicBezTo>
                <a:lnTo>
                  <a:pt x="16886" y="642380"/>
                </a:lnTo>
                <a:cubicBezTo>
                  <a:pt x="6098" y="623905"/>
                  <a:pt x="0" y="602587"/>
                  <a:pt x="0" y="579374"/>
                </a:cubicBezTo>
                <a:cubicBezTo>
                  <a:pt x="0" y="556161"/>
                  <a:pt x="6098" y="534843"/>
                  <a:pt x="16886" y="515894"/>
                </a:cubicBezTo>
                <a:lnTo>
                  <a:pt x="275332" y="63954"/>
                </a:lnTo>
                <a:cubicBezTo>
                  <a:pt x="286120" y="45478"/>
                  <a:pt x="301599" y="28898"/>
                  <a:pt x="321299" y="17528"/>
                </a:cubicBezTo>
                <a:cubicBezTo>
                  <a:pt x="339592" y="6633"/>
                  <a:pt x="359762" y="948"/>
                  <a:pt x="379930" y="474"/>
                </a:cubicBezTo>
                <a:lnTo>
                  <a:pt x="575194" y="474"/>
                </a:lnTo>
                <a:close/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在此输入详细文字介绍和详细信息，在此输入详细文字介绍和详细信息。</a:t>
            </a:r>
          </a:p>
        </p:txBody>
      </p:sp>
    </p:spTree>
    <p:extLst>
      <p:ext uri="{BB962C8B-B14F-4D97-AF65-F5344CB8AC3E}">
        <p14:creationId xmlns:p14="http://schemas.microsoft.com/office/powerpoint/2010/main" val="375241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DBEB091A-523C-42A2-9B22-F94730612532}"/>
              </a:ext>
            </a:extLst>
          </p:cNvPr>
          <p:cNvGrpSpPr/>
          <p:nvPr/>
        </p:nvGrpSpPr>
        <p:grpSpPr>
          <a:xfrm>
            <a:off x="1" y="-16644"/>
            <a:ext cx="12192001" cy="6858000"/>
            <a:chOff x="0" y="-16644"/>
            <a:chExt cx="12192001" cy="685800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xmlns="" id="{605B4D56-8B3C-4C93-9DF7-23DBBB7B3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/>
          </p:blipFill>
          <p:spPr>
            <a:xfrm>
              <a:off x="0" y="-16644"/>
              <a:ext cx="12192001" cy="6858000"/>
            </a:xfrm>
            <a:prstGeom prst="rect">
              <a:avLst/>
            </a:prstGeom>
          </p:spPr>
        </p:pic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D26C1418-5146-4284-87B7-A271847AC3D6}"/>
                </a:ext>
              </a:extLst>
            </p:cNvPr>
            <p:cNvSpPr/>
            <p:nvPr/>
          </p:nvSpPr>
          <p:spPr>
            <a:xfrm>
              <a:off x="1672009" y="-16644"/>
              <a:ext cx="8847984" cy="6858000"/>
            </a:xfrm>
            <a:custGeom>
              <a:avLst/>
              <a:gdLst>
                <a:gd name="connsiteX0" fmla="*/ 1650487 w 8847984"/>
                <a:gd name="connsiteY0" fmla="*/ 0 h 6858000"/>
                <a:gd name="connsiteX1" fmla="*/ 7197497 w 8847984"/>
                <a:gd name="connsiteY1" fmla="*/ 0 h 6858000"/>
                <a:gd name="connsiteX2" fmla="*/ 7238062 w 8847984"/>
                <a:gd name="connsiteY2" fmla="*/ 31878 h 6858000"/>
                <a:gd name="connsiteX3" fmla="*/ 8847984 w 8847984"/>
                <a:gd name="connsiteY3" fmla="*/ 3445645 h 6858000"/>
                <a:gd name="connsiteX4" fmla="*/ 7398584 w 8847984"/>
                <a:gd name="connsiteY4" fmla="*/ 6720364 h 6858000"/>
                <a:gd name="connsiteX5" fmla="*/ 7239692 w 8847984"/>
                <a:gd name="connsiteY5" fmla="*/ 6858000 h 6858000"/>
                <a:gd name="connsiteX6" fmla="*/ 1608292 w 8847984"/>
                <a:gd name="connsiteY6" fmla="*/ 6858000 h 6858000"/>
                <a:gd name="connsiteX7" fmla="*/ 1449400 w 8847984"/>
                <a:gd name="connsiteY7" fmla="*/ 6720364 h 6858000"/>
                <a:gd name="connsiteX8" fmla="*/ 0 w 8847984"/>
                <a:gd name="connsiteY8" fmla="*/ 3445645 h 6858000"/>
                <a:gd name="connsiteX9" fmla="*/ 1609922 w 8847984"/>
                <a:gd name="connsiteY9" fmla="*/ 31878 h 6858000"/>
                <a:gd name="connsiteX10" fmla="*/ 1650487 w 8847984"/>
                <a:gd name="connsiteY10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7984" h="6858000">
                  <a:moveTo>
                    <a:pt x="1650487" y="0"/>
                  </a:moveTo>
                  <a:lnTo>
                    <a:pt x="7197497" y="0"/>
                  </a:lnTo>
                  <a:lnTo>
                    <a:pt x="7238062" y="31878"/>
                  </a:lnTo>
                  <a:cubicBezTo>
                    <a:pt x="8221282" y="843303"/>
                    <a:pt x="8847984" y="2071287"/>
                    <a:pt x="8847984" y="3445645"/>
                  </a:cubicBezTo>
                  <a:cubicBezTo>
                    <a:pt x="8847984" y="4743650"/>
                    <a:pt x="8288981" y="5911093"/>
                    <a:pt x="7398584" y="6720364"/>
                  </a:cubicBezTo>
                  <a:lnTo>
                    <a:pt x="7239692" y="6858000"/>
                  </a:lnTo>
                  <a:lnTo>
                    <a:pt x="1608292" y="6858000"/>
                  </a:lnTo>
                  <a:lnTo>
                    <a:pt x="1449400" y="6720364"/>
                  </a:lnTo>
                  <a:cubicBezTo>
                    <a:pt x="559003" y="5911093"/>
                    <a:pt x="0" y="4743650"/>
                    <a:pt x="0" y="3445645"/>
                  </a:cubicBezTo>
                  <a:cubicBezTo>
                    <a:pt x="0" y="2071287"/>
                    <a:pt x="626703" y="843303"/>
                    <a:pt x="1609922" y="31878"/>
                  </a:cubicBezTo>
                  <a:lnTo>
                    <a:pt x="1650487" y="0"/>
                  </a:lnTo>
                  <a:close/>
                </a:path>
              </a:pathLst>
            </a:cu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xmlns="" id="{152BA75C-8F69-4DA4-A88F-D8C98FFB1ED5}"/>
                </a:ext>
              </a:extLst>
            </p:cNvPr>
            <p:cNvSpPr/>
            <p:nvPr/>
          </p:nvSpPr>
          <p:spPr>
            <a:xfrm>
              <a:off x="0" y="-16644"/>
              <a:ext cx="3322496" cy="6858000"/>
            </a:xfrm>
            <a:custGeom>
              <a:avLst/>
              <a:gdLst>
                <a:gd name="connsiteX0" fmla="*/ 0 w 3322496"/>
                <a:gd name="connsiteY0" fmla="*/ 0 h 6858000"/>
                <a:gd name="connsiteX1" fmla="*/ 3322496 w 3322496"/>
                <a:gd name="connsiteY1" fmla="*/ 0 h 6858000"/>
                <a:gd name="connsiteX2" fmla="*/ 3281931 w 3322496"/>
                <a:gd name="connsiteY2" fmla="*/ 31878 h 6858000"/>
                <a:gd name="connsiteX3" fmla="*/ 1672009 w 3322496"/>
                <a:gd name="connsiteY3" fmla="*/ 3445645 h 6858000"/>
                <a:gd name="connsiteX4" fmla="*/ 3121409 w 3322496"/>
                <a:gd name="connsiteY4" fmla="*/ 6720364 h 6858000"/>
                <a:gd name="connsiteX5" fmla="*/ 3280301 w 3322496"/>
                <a:gd name="connsiteY5" fmla="*/ 6858000 h 6858000"/>
                <a:gd name="connsiteX6" fmla="*/ 0 w 3322496"/>
                <a:gd name="connsiteY6" fmla="*/ 6858000 h 6858000"/>
                <a:gd name="connsiteX7" fmla="*/ 0 w 3322496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6" h="6858000">
                  <a:moveTo>
                    <a:pt x="0" y="0"/>
                  </a:moveTo>
                  <a:lnTo>
                    <a:pt x="3322496" y="0"/>
                  </a:lnTo>
                  <a:lnTo>
                    <a:pt x="3281931" y="31878"/>
                  </a:lnTo>
                  <a:cubicBezTo>
                    <a:pt x="2298712" y="843303"/>
                    <a:pt x="1672009" y="2071287"/>
                    <a:pt x="1672009" y="3445645"/>
                  </a:cubicBezTo>
                  <a:cubicBezTo>
                    <a:pt x="1672009" y="4743650"/>
                    <a:pt x="2231012" y="5911093"/>
                    <a:pt x="3121409" y="6720364"/>
                  </a:cubicBezTo>
                  <a:lnTo>
                    <a:pt x="328030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algn="l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xmlns="" id="{6735530F-FDF2-44A4-A9BB-1EDFA7FB5EA1}"/>
                </a:ext>
              </a:extLst>
            </p:cNvPr>
            <p:cNvSpPr/>
            <p:nvPr/>
          </p:nvSpPr>
          <p:spPr>
            <a:xfrm>
              <a:off x="8869506" y="-16644"/>
              <a:ext cx="3322494" cy="6858000"/>
            </a:xfrm>
            <a:custGeom>
              <a:avLst/>
              <a:gdLst>
                <a:gd name="connsiteX0" fmla="*/ 0 w 3322494"/>
                <a:gd name="connsiteY0" fmla="*/ 0 h 6858000"/>
                <a:gd name="connsiteX1" fmla="*/ 3322494 w 3322494"/>
                <a:gd name="connsiteY1" fmla="*/ 0 h 6858000"/>
                <a:gd name="connsiteX2" fmla="*/ 3322494 w 3322494"/>
                <a:gd name="connsiteY2" fmla="*/ 6858000 h 6858000"/>
                <a:gd name="connsiteX3" fmla="*/ 42195 w 3322494"/>
                <a:gd name="connsiteY3" fmla="*/ 6858000 h 6858000"/>
                <a:gd name="connsiteX4" fmla="*/ 201087 w 3322494"/>
                <a:gd name="connsiteY4" fmla="*/ 6720364 h 6858000"/>
                <a:gd name="connsiteX5" fmla="*/ 1650487 w 3322494"/>
                <a:gd name="connsiteY5" fmla="*/ 3445645 h 6858000"/>
                <a:gd name="connsiteX6" fmla="*/ 40565 w 3322494"/>
                <a:gd name="connsiteY6" fmla="*/ 31878 h 6858000"/>
                <a:gd name="connsiteX7" fmla="*/ 0 w 3322494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4" h="6858000">
                  <a:moveTo>
                    <a:pt x="0" y="0"/>
                  </a:moveTo>
                  <a:lnTo>
                    <a:pt x="3322494" y="0"/>
                  </a:lnTo>
                  <a:lnTo>
                    <a:pt x="3322494" y="6858000"/>
                  </a:lnTo>
                  <a:lnTo>
                    <a:pt x="42195" y="6858000"/>
                  </a:lnTo>
                  <a:lnTo>
                    <a:pt x="201087" y="6720364"/>
                  </a:lnTo>
                  <a:cubicBezTo>
                    <a:pt x="1091484" y="5911093"/>
                    <a:pt x="1650487" y="4743650"/>
                    <a:pt x="1650487" y="3445645"/>
                  </a:cubicBezTo>
                  <a:cubicBezTo>
                    <a:pt x="1650487" y="2071287"/>
                    <a:pt x="1023785" y="843303"/>
                    <a:pt x="40565" y="318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F00E40C0-8492-4418-991E-E673BA675021}"/>
              </a:ext>
            </a:extLst>
          </p:cNvPr>
          <p:cNvGrpSpPr/>
          <p:nvPr/>
        </p:nvGrpSpPr>
        <p:grpSpPr>
          <a:xfrm>
            <a:off x="4640524" y="836711"/>
            <a:ext cx="2909176" cy="1862048"/>
            <a:chOff x="4640524" y="692696"/>
            <a:chExt cx="2909176" cy="186204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8C81DE36-B4BC-4E3F-9038-B785D02ED7E7}"/>
                </a:ext>
              </a:extLst>
            </p:cNvPr>
            <p:cNvSpPr txBox="1"/>
            <p:nvPr/>
          </p:nvSpPr>
          <p:spPr>
            <a:xfrm>
              <a:off x="5492564" y="692696"/>
              <a:ext cx="122413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500" dirty="0">
                  <a:solidFill>
                    <a:srgbClr val="327EC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思源宋体 CN Heavy" pitchFamily="18" charset="-122"/>
                  <a:ea typeface="思源宋体 CN Heavy" pitchFamily="18" charset="-122"/>
                </a:rPr>
                <a:t>3</a:t>
              </a:r>
              <a:endParaRPr lang="zh-CN" altLang="en-US" sz="11500" dirty="0">
                <a:solidFill>
                  <a:srgbClr val="327E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思源宋体 CN Heavy" pitchFamily="18" charset="-122"/>
                <a:ea typeface="思源宋体 CN Heavy" pitchFamily="18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5019328C-1B77-40F7-85CA-CABD4902D548}"/>
                </a:ext>
              </a:extLst>
            </p:cNvPr>
            <p:cNvSpPr txBox="1"/>
            <p:nvPr/>
          </p:nvSpPr>
          <p:spPr>
            <a:xfrm>
              <a:off x="4640524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PART 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EEA33A83-B4A8-48D9-9FC2-DCD3F4F64EDF}"/>
                </a:ext>
              </a:extLst>
            </p:cNvPr>
            <p:cNvSpPr txBox="1"/>
            <p:nvPr/>
          </p:nvSpPr>
          <p:spPr>
            <a:xfrm>
              <a:off x="6568961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ONE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9788322E-D830-48ED-B772-C72C681462E4}"/>
              </a:ext>
            </a:extLst>
          </p:cNvPr>
          <p:cNvGrpSpPr/>
          <p:nvPr/>
        </p:nvGrpSpPr>
        <p:grpSpPr>
          <a:xfrm>
            <a:off x="2518067" y="3074049"/>
            <a:ext cx="2232248" cy="288032"/>
            <a:chOff x="2639616" y="1484784"/>
            <a:chExt cx="2232248" cy="288032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xmlns="" id="{A428E6EB-46C5-46F1-99CA-6CCFD4854D87}"/>
                </a:ext>
              </a:extLst>
            </p:cNvPr>
            <p:cNvSpPr/>
            <p:nvPr/>
          </p:nvSpPr>
          <p:spPr>
            <a:xfrm flipV="1">
              <a:off x="2639616" y="1556792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9CA2C81F-3D81-4532-B382-2C7AD776E728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6832E2BA-9902-4F8C-9D0C-7B962B1B6EE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00190B27-F77B-40F8-806C-A75FD5533BDD}"/>
              </a:ext>
            </a:extLst>
          </p:cNvPr>
          <p:cNvGrpSpPr/>
          <p:nvPr/>
        </p:nvGrpSpPr>
        <p:grpSpPr>
          <a:xfrm rot="10800000">
            <a:off x="7549700" y="4725143"/>
            <a:ext cx="2232248" cy="288032"/>
            <a:chOff x="2639616" y="1484784"/>
            <a:chExt cx="2232248" cy="288032"/>
          </a:xfrm>
        </p:grpSpPr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xmlns="" id="{872EE171-7F07-4574-9117-0D88021BF71D}"/>
                </a:ext>
              </a:extLst>
            </p:cNvPr>
            <p:cNvSpPr/>
            <p:nvPr/>
          </p:nvSpPr>
          <p:spPr>
            <a:xfrm flipV="1">
              <a:off x="2639616" y="1601694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9A7F83BE-3D78-4D94-94D0-CA7480CA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4BCCD9F3-A8E0-43B2-86A2-A2C3AD7CEB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4EDB8BE5-BB3C-4B7E-B9CE-C8BD0F6E5F42}"/>
              </a:ext>
            </a:extLst>
          </p:cNvPr>
          <p:cNvGrpSpPr/>
          <p:nvPr/>
        </p:nvGrpSpPr>
        <p:grpSpPr>
          <a:xfrm>
            <a:off x="2930723" y="3478994"/>
            <a:ext cx="6330557" cy="1102135"/>
            <a:chOff x="2930722" y="3334977"/>
            <a:chExt cx="6330557" cy="110213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F5736F1A-04FE-49AB-95AF-BB57CC961125}"/>
                </a:ext>
              </a:extLst>
            </p:cNvPr>
            <p:cNvSpPr txBox="1"/>
            <p:nvPr/>
          </p:nvSpPr>
          <p:spPr>
            <a:xfrm>
              <a:off x="3041650" y="3334977"/>
              <a:ext cx="61087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论文研究方法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16A956A5-48B4-4678-9C48-FF658E18CE00}"/>
                </a:ext>
              </a:extLst>
            </p:cNvPr>
            <p:cNvSpPr txBox="1"/>
            <p:nvPr/>
          </p:nvSpPr>
          <p:spPr>
            <a:xfrm>
              <a:off x="2930722" y="4221668"/>
              <a:ext cx="63305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latin typeface="思源宋体 CN Heavy" pitchFamily="18" charset="-122"/>
                  <a:ea typeface="思源宋体 CN Heavy" pitchFamily="18" charset="-122"/>
                </a:rPr>
                <a:t>BACKGROUND OF TOPIC SELECTION</a:t>
              </a:r>
              <a:endParaRPr lang="zh-CN" altLang="en-US" sz="800" dirty="0">
                <a:latin typeface="思源宋体 CN Heavy" pitchFamily="18" charset="-122"/>
                <a:ea typeface="思源宋体 CN Heavy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25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论文研究方法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61E57EC6-8316-4ABC-A58D-E5A6784AD7EE}"/>
              </a:ext>
            </a:extLst>
          </p:cNvPr>
          <p:cNvGrpSpPr/>
          <p:nvPr/>
        </p:nvGrpSpPr>
        <p:grpSpPr>
          <a:xfrm>
            <a:off x="4230913" y="2060850"/>
            <a:ext cx="1683657" cy="1683657"/>
            <a:chOff x="4230912" y="1919184"/>
            <a:chExt cx="1683657" cy="1683657"/>
          </a:xfrm>
        </p:grpSpPr>
        <p:sp>
          <p:nvSpPr>
            <p:cNvPr id="10" name="泪滴形 9">
              <a:extLst>
                <a:ext uri="{FF2B5EF4-FFF2-40B4-BE49-F238E27FC236}">
                  <a16:creationId xmlns:a16="http://schemas.microsoft.com/office/drawing/2014/main" xmlns="" id="{B00AE368-BE15-4980-B3C6-912C96A5BBEA}"/>
                </a:ext>
              </a:extLst>
            </p:cNvPr>
            <p:cNvSpPr/>
            <p:nvPr/>
          </p:nvSpPr>
          <p:spPr>
            <a:xfrm rot="5400000">
              <a:off x="4230912" y="1919184"/>
              <a:ext cx="1683657" cy="1683657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xmlns="" id="{43A156ED-C6D9-42C1-85DB-9E569C5D6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biLevel thresh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91739" y="2436253"/>
              <a:ext cx="751117" cy="716975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AB168E12-814E-4159-87B2-48B3B6F44088}"/>
              </a:ext>
            </a:extLst>
          </p:cNvPr>
          <p:cNvGrpSpPr/>
          <p:nvPr/>
        </p:nvGrpSpPr>
        <p:grpSpPr>
          <a:xfrm>
            <a:off x="6277429" y="3915000"/>
            <a:ext cx="1683657" cy="1683657"/>
            <a:chOff x="6277428" y="3773334"/>
            <a:chExt cx="1683657" cy="1683657"/>
          </a:xfrm>
        </p:grpSpPr>
        <p:sp>
          <p:nvSpPr>
            <p:cNvPr id="13" name="泪滴形 12">
              <a:extLst>
                <a:ext uri="{FF2B5EF4-FFF2-40B4-BE49-F238E27FC236}">
                  <a16:creationId xmlns:a16="http://schemas.microsoft.com/office/drawing/2014/main" xmlns="" id="{D3417457-0ECF-43AD-BF99-B1ED48CCCE19}"/>
                </a:ext>
              </a:extLst>
            </p:cNvPr>
            <p:cNvSpPr/>
            <p:nvPr/>
          </p:nvSpPr>
          <p:spPr>
            <a:xfrm rot="16200000">
              <a:off x="6277428" y="3773334"/>
              <a:ext cx="1683657" cy="1683657"/>
            </a:xfrm>
            <a:prstGeom prst="teardrop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xmlns="" id="{1CCF34F8-1BCB-415E-BDD6-E9CA78195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biLevel thresh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9788" y="4314196"/>
              <a:ext cx="558936" cy="601931"/>
            </a:xfrm>
            <a:prstGeom prst="rect">
              <a:avLst/>
            </a:prstGeom>
          </p:spPr>
        </p:pic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FB0592EF-8718-4F5C-8F12-44168BFF2509}"/>
              </a:ext>
            </a:extLst>
          </p:cNvPr>
          <p:cNvGrpSpPr/>
          <p:nvPr/>
        </p:nvGrpSpPr>
        <p:grpSpPr>
          <a:xfrm>
            <a:off x="4230913" y="3915000"/>
            <a:ext cx="1683657" cy="1683657"/>
            <a:chOff x="4230912" y="3773334"/>
            <a:chExt cx="1683657" cy="1683657"/>
          </a:xfrm>
        </p:grpSpPr>
        <p:sp>
          <p:nvSpPr>
            <p:cNvPr id="16" name="泪滴形 15">
              <a:extLst>
                <a:ext uri="{FF2B5EF4-FFF2-40B4-BE49-F238E27FC236}">
                  <a16:creationId xmlns:a16="http://schemas.microsoft.com/office/drawing/2014/main" xmlns="" id="{B8AFCB66-A3D0-499A-BB62-278715E17F33}"/>
                </a:ext>
              </a:extLst>
            </p:cNvPr>
            <p:cNvSpPr/>
            <p:nvPr/>
          </p:nvSpPr>
          <p:spPr>
            <a:xfrm>
              <a:off x="4230912" y="3773334"/>
              <a:ext cx="1683657" cy="1683657"/>
            </a:xfrm>
            <a:prstGeom prst="teardrop">
              <a:avLst/>
            </a:prstGeom>
            <a:solidFill>
              <a:srgbClr val="327EC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xmlns="" id="{45134976-F0C5-47F4-A1C6-153B0EAAF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46128" y="4293553"/>
              <a:ext cx="642338" cy="622574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2A17B758-3B5D-4AEC-94A5-0A75F373A425}"/>
              </a:ext>
            </a:extLst>
          </p:cNvPr>
          <p:cNvGrpSpPr/>
          <p:nvPr/>
        </p:nvGrpSpPr>
        <p:grpSpPr>
          <a:xfrm>
            <a:off x="6277429" y="2060850"/>
            <a:ext cx="1683657" cy="1683657"/>
            <a:chOff x="6277428" y="1919184"/>
            <a:chExt cx="1683657" cy="1683657"/>
          </a:xfrm>
        </p:grpSpPr>
        <p:sp>
          <p:nvSpPr>
            <p:cNvPr id="19" name="泪滴形 18">
              <a:extLst>
                <a:ext uri="{FF2B5EF4-FFF2-40B4-BE49-F238E27FC236}">
                  <a16:creationId xmlns:a16="http://schemas.microsoft.com/office/drawing/2014/main" xmlns="" id="{8E6970A5-E375-455B-8711-2D68981969E1}"/>
                </a:ext>
              </a:extLst>
            </p:cNvPr>
            <p:cNvSpPr/>
            <p:nvPr/>
          </p:nvSpPr>
          <p:spPr>
            <a:xfrm rot="10800000">
              <a:off x="6277428" y="1919184"/>
              <a:ext cx="1683657" cy="1683657"/>
            </a:xfrm>
            <a:prstGeom prst="teardrop">
              <a:avLst/>
            </a:prstGeom>
            <a:solidFill>
              <a:srgbClr val="327EC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xmlns="" id="{E96A26EB-E28D-45DF-B887-B1F659AEE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04273" y="2458051"/>
              <a:ext cx="629965" cy="605921"/>
            </a:xfrm>
            <a:prstGeom prst="rect">
              <a:avLst/>
            </a:prstGeom>
          </p:spPr>
        </p:pic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D2E10BD2-55D8-43E6-B533-1E2DF9C42BDB}"/>
              </a:ext>
            </a:extLst>
          </p:cNvPr>
          <p:cNvSpPr txBox="1"/>
          <p:nvPr/>
        </p:nvSpPr>
        <p:spPr>
          <a:xfrm>
            <a:off x="2199637" y="2355153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6F83EF77-F919-4AEB-AFBD-A54196E94A18}"/>
              </a:ext>
            </a:extLst>
          </p:cNvPr>
          <p:cNvSpPr txBox="1"/>
          <p:nvPr/>
        </p:nvSpPr>
        <p:spPr>
          <a:xfrm>
            <a:off x="883555" y="2795489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5121B97F-F2EF-4E99-A11C-6E2456A8F7C8}"/>
              </a:ext>
            </a:extLst>
          </p:cNvPr>
          <p:cNvSpPr txBox="1"/>
          <p:nvPr/>
        </p:nvSpPr>
        <p:spPr>
          <a:xfrm>
            <a:off x="2199637" y="4248124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D38701E0-5D82-4BE5-A5B9-1385BD2FF3F3}"/>
              </a:ext>
            </a:extLst>
          </p:cNvPr>
          <p:cNvSpPr txBox="1"/>
          <p:nvPr/>
        </p:nvSpPr>
        <p:spPr>
          <a:xfrm>
            <a:off x="883555" y="4688460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4419BA33-1801-4F4F-A28E-AF02074CE479}"/>
              </a:ext>
            </a:extLst>
          </p:cNvPr>
          <p:cNvSpPr txBox="1"/>
          <p:nvPr/>
        </p:nvSpPr>
        <p:spPr>
          <a:xfrm>
            <a:off x="8487932" y="2350605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6280DD3D-E371-4E2D-8979-8DB2E56F6184}"/>
              </a:ext>
            </a:extLst>
          </p:cNvPr>
          <p:cNvSpPr txBox="1"/>
          <p:nvPr/>
        </p:nvSpPr>
        <p:spPr>
          <a:xfrm>
            <a:off x="8487931" y="2790941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单击次此处添加标题内容，标题要与内容相符。单击次此处添加标题内容，标题要与内容相符。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13FAE696-E454-470F-9733-DAB3A12FA979}"/>
              </a:ext>
            </a:extLst>
          </p:cNvPr>
          <p:cNvSpPr txBox="1"/>
          <p:nvPr/>
        </p:nvSpPr>
        <p:spPr>
          <a:xfrm>
            <a:off x="8487932" y="4243576"/>
            <a:ext cx="1668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940E5993-E349-451F-A5AD-881966BBE2E4}"/>
              </a:ext>
            </a:extLst>
          </p:cNvPr>
          <p:cNvSpPr txBox="1"/>
          <p:nvPr/>
        </p:nvSpPr>
        <p:spPr>
          <a:xfrm>
            <a:off x="8487931" y="4683912"/>
            <a:ext cx="2984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单击次此处添加标题内容，标题要与内容相符。单击次此处添加标题内容，标题要与内容相符。</a:t>
            </a:r>
          </a:p>
        </p:txBody>
      </p:sp>
    </p:spTree>
    <p:extLst>
      <p:ext uri="{BB962C8B-B14F-4D97-AF65-F5344CB8AC3E}">
        <p14:creationId xmlns:p14="http://schemas.microsoft.com/office/powerpoint/2010/main" val="296486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论文研究方法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3635CFB0-4AC2-4A14-BB04-6E4018A4D2AC}"/>
              </a:ext>
            </a:extLst>
          </p:cNvPr>
          <p:cNvGrpSpPr/>
          <p:nvPr/>
        </p:nvGrpSpPr>
        <p:grpSpPr>
          <a:xfrm>
            <a:off x="1401715" y="1833487"/>
            <a:ext cx="1565108" cy="2951750"/>
            <a:chOff x="1379120" y="2286000"/>
            <a:chExt cx="1565108" cy="2951750"/>
          </a:xfrm>
        </p:grpSpPr>
        <p:sp>
          <p:nvSpPr>
            <p:cNvPr id="10" name="六边形 9">
              <a:extLst>
                <a:ext uri="{FF2B5EF4-FFF2-40B4-BE49-F238E27FC236}">
                  <a16:creationId xmlns:a16="http://schemas.microsoft.com/office/drawing/2014/main" xmlns="" id="{E31B8140-A047-4751-BCD3-4ACF63A357C9}"/>
                </a:ext>
              </a:extLst>
            </p:cNvPr>
            <p:cNvSpPr/>
            <p:nvPr/>
          </p:nvSpPr>
          <p:spPr>
            <a:xfrm rot="5400000">
              <a:off x="685799" y="2979321"/>
              <a:ext cx="2951750" cy="1565108"/>
            </a:xfrm>
            <a:prstGeom prst="hexagon">
              <a:avLst/>
            </a:prstGeom>
            <a:noFill/>
            <a:ln w="25400"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xmlns="" id="{34EB6A77-3470-4834-8623-86C157506564}"/>
                </a:ext>
              </a:extLst>
            </p:cNvPr>
            <p:cNvGrpSpPr/>
            <p:nvPr/>
          </p:nvGrpSpPr>
          <p:grpSpPr>
            <a:xfrm>
              <a:off x="1596523" y="2710316"/>
              <a:ext cx="1130300" cy="1051560"/>
              <a:chOff x="1596523" y="2837316"/>
              <a:chExt cx="1130300" cy="1051560"/>
            </a:xfrm>
          </p:grpSpPr>
          <p:sp>
            <p:nvSpPr>
              <p:cNvPr id="13" name="六边形 12">
                <a:extLst>
                  <a:ext uri="{FF2B5EF4-FFF2-40B4-BE49-F238E27FC236}">
                    <a16:creationId xmlns:a16="http://schemas.microsoft.com/office/drawing/2014/main" xmlns="" id="{C923F68E-3E71-4E23-9861-855091AAA62A}"/>
                  </a:ext>
                </a:extLst>
              </p:cNvPr>
              <p:cNvSpPr/>
              <p:nvPr/>
            </p:nvSpPr>
            <p:spPr>
              <a:xfrm rot="5400000">
                <a:off x="1635893" y="2909837"/>
                <a:ext cx="1051560" cy="906517"/>
              </a:xfrm>
              <a:prstGeom prst="hexagon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xmlns="" id="{1DBD7D92-9E0D-431B-9B09-F3C5DD153A8D}"/>
                  </a:ext>
                </a:extLst>
              </p:cNvPr>
              <p:cNvSpPr txBox="1"/>
              <p:nvPr/>
            </p:nvSpPr>
            <p:spPr>
              <a:xfrm>
                <a:off x="1596523" y="2978374"/>
                <a:ext cx="11303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01</a:t>
                </a:r>
                <a:endParaRPr lang="zh-CN" altLang="en-US" sz="4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59FC014F-997A-45AA-AA46-B7C85ADC6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06687" y="4223033"/>
              <a:ext cx="509972" cy="553559"/>
            </a:xfrm>
            <a:prstGeom prst="rect">
              <a:avLst/>
            </a:prstGeom>
          </p:spPr>
        </p:pic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C840CF10-8A37-4C69-9C99-93C433899D76}"/>
              </a:ext>
            </a:extLst>
          </p:cNvPr>
          <p:cNvGrpSpPr/>
          <p:nvPr/>
        </p:nvGrpSpPr>
        <p:grpSpPr>
          <a:xfrm>
            <a:off x="4024599" y="1833487"/>
            <a:ext cx="1565108" cy="2951750"/>
            <a:chOff x="4002004" y="2286000"/>
            <a:chExt cx="1565108" cy="2951750"/>
          </a:xfrm>
        </p:grpSpPr>
        <p:sp>
          <p:nvSpPr>
            <p:cNvPr id="16" name="六边形 15">
              <a:extLst>
                <a:ext uri="{FF2B5EF4-FFF2-40B4-BE49-F238E27FC236}">
                  <a16:creationId xmlns:a16="http://schemas.microsoft.com/office/drawing/2014/main" xmlns="" id="{6B0963C2-BA6E-4DE8-A3B9-FF3769018813}"/>
                </a:ext>
              </a:extLst>
            </p:cNvPr>
            <p:cNvSpPr/>
            <p:nvPr/>
          </p:nvSpPr>
          <p:spPr>
            <a:xfrm rot="5400000">
              <a:off x="3308683" y="2979321"/>
              <a:ext cx="2951750" cy="1565108"/>
            </a:xfrm>
            <a:prstGeom prst="hexagon">
              <a:avLst/>
            </a:prstGeom>
            <a:noFill/>
            <a:ln w="25400"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xmlns="" id="{5F364B4A-998C-435A-9FDA-987B342FCA18}"/>
                </a:ext>
              </a:extLst>
            </p:cNvPr>
            <p:cNvGrpSpPr/>
            <p:nvPr/>
          </p:nvGrpSpPr>
          <p:grpSpPr>
            <a:xfrm>
              <a:off x="4219407" y="2710316"/>
              <a:ext cx="1130300" cy="1051560"/>
              <a:chOff x="4219407" y="2837316"/>
              <a:chExt cx="1130300" cy="1051560"/>
            </a:xfrm>
          </p:grpSpPr>
          <p:sp>
            <p:nvSpPr>
              <p:cNvPr id="19" name="六边形 18">
                <a:extLst>
                  <a:ext uri="{FF2B5EF4-FFF2-40B4-BE49-F238E27FC236}">
                    <a16:creationId xmlns:a16="http://schemas.microsoft.com/office/drawing/2014/main" xmlns="" id="{967E251A-38DD-4FDB-8E9F-9B769058A4D3}"/>
                  </a:ext>
                </a:extLst>
              </p:cNvPr>
              <p:cNvSpPr/>
              <p:nvPr/>
            </p:nvSpPr>
            <p:spPr>
              <a:xfrm rot="5400000">
                <a:off x="4258777" y="2909837"/>
                <a:ext cx="1051560" cy="906517"/>
              </a:xfrm>
              <a:prstGeom prst="hexagon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xmlns="" id="{10CD40B6-862D-4AE7-BF48-40F51F1B0A5C}"/>
                  </a:ext>
                </a:extLst>
              </p:cNvPr>
              <p:cNvSpPr txBox="1"/>
              <p:nvPr/>
            </p:nvSpPr>
            <p:spPr>
              <a:xfrm>
                <a:off x="4219407" y="2978373"/>
                <a:ext cx="11303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02</a:t>
                </a:r>
                <a:endParaRPr lang="zh-CN" altLang="en-US" sz="4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xmlns="" id="{FA2FDF9F-30AE-4294-838F-B6D880D31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94" y="4270607"/>
              <a:ext cx="545726" cy="458410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01D0447F-3CAE-4077-975C-4809950FACE0}"/>
              </a:ext>
            </a:extLst>
          </p:cNvPr>
          <p:cNvGrpSpPr/>
          <p:nvPr/>
        </p:nvGrpSpPr>
        <p:grpSpPr>
          <a:xfrm>
            <a:off x="6647483" y="1833487"/>
            <a:ext cx="1565108" cy="2951750"/>
            <a:chOff x="6624888" y="2286000"/>
            <a:chExt cx="1565108" cy="2951750"/>
          </a:xfrm>
        </p:grpSpPr>
        <p:sp>
          <p:nvSpPr>
            <p:cNvPr id="22" name="六边形 21">
              <a:extLst>
                <a:ext uri="{FF2B5EF4-FFF2-40B4-BE49-F238E27FC236}">
                  <a16:creationId xmlns:a16="http://schemas.microsoft.com/office/drawing/2014/main" xmlns="" id="{2B53FF9F-10B7-4651-8145-40CBAB6FE070}"/>
                </a:ext>
              </a:extLst>
            </p:cNvPr>
            <p:cNvSpPr/>
            <p:nvPr/>
          </p:nvSpPr>
          <p:spPr>
            <a:xfrm rot="5400000">
              <a:off x="5931567" y="2979321"/>
              <a:ext cx="2951750" cy="1565108"/>
            </a:xfrm>
            <a:prstGeom prst="hexagon">
              <a:avLst/>
            </a:prstGeom>
            <a:noFill/>
            <a:ln w="25400"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xmlns="" id="{53AE7BAB-CEAC-41F9-855D-B66B710A756E}"/>
                </a:ext>
              </a:extLst>
            </p:cNvPr>
            <p:cNvGrpSpPr/>
            <p:nvPr/>
          </p:nvGrpSpPr>
          <p:grpSpPr>
            <a:xfrm>
              <a:off x="6842291" y="2710316"/>
              <a:ext cx="1130300" cy="1051560"/>
              <a:chOff x="6842291" y="2837316"/>
              <a:chExt cx="1130300" cy="1051560"/>
            </a:xfrm>
          </p:grpSpPr>
          <p:sp>
            <p:nvSpPr>
              <p:cNvPr id="25" name="六边形 24">
                <a:extLst>
                  <a:ext uri="{FF2B5EF4-FFF2-40B4-BE49-F238E27FC236}">
                    <a16:creationId xmlns:a16="http://schemas.microsoft.com/office/drawing/2014/main" xmlns="" id="{454A339A-2464-40BA-80B8-22E8661202EE}"/>
                  </a:ext>
                </a:extLst>
              </p:cNvPr>
              <p:cNvSpPr/>
              <p:nvPr/>
            </p:nvSpPr>
            <p:spPr>
              <a:xfrm rot="5400000">
                <a:off x="6881661" y="2909837"/>
                <a:ext cx="1051560" cy="906517"/>
              </a:xfrm>
              <a:prstGeom prst="hexagon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xmlns="" id="{23B873E8-2A88-4D25-9F9D-2076D34DCB0C}"/>
                  </a:ext>
                </a:extLst>
              </p:cNvPr>
              <p:cNvSpPr txBox="1"/>
              <p:nvPr/>
            </p:nvSpPr>
            <p:spPr>
              <a:xfrm>
                <a:off x="6842291" y="2978373"/>
                <a:ext cx="11303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03</a:t>
                </a:r>
                <a:endParaRPr lang="zh-CN" altLang="en-US" sz="4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xmlns="" id="{7BA1DBF1-603F-4EF0-9EC9-55FB0EE99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48815" y="4253405"/>
              <a:ext cx="517251" cy="492814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0202512C-1FD7-4206-8638-F6831B737106}"/>
              </a:ext>
            </a:extLst>
          </p:cNvPr>
          <p:cNvGrpSpPr/>
          <p:nvPr/>
        </p:nvGrpSpPr>
        <p:grpSpPr>
          <a:xfrm>
            <a:off x="9270367" y="1833487"/>
            <a:ext cx="1565108" cy="2951750"/>
            <a:chOff x="9247772" y="2286000"/>
            <a:chExt cx="1565108" cy="2951750"/>
          </a:xfrm>
        </p:grpSpPr>
        <p:sp>
          <p:nvSpPr>
            <p:cNvPr id="28" name="六边形 27">
              <a:extLst>
                <a:ext uri="{FF2B5EF4-FFF2-40B4-BE49-F238E27FC236}">
                  <a16:creationId xmlns:a16="http://schemas.microsoft.com/office/drawing/2014/main" xmlns="" id="{7576283A-504B-4A9B-9E94-EB67C7449CCF}"/>
                </a:ext>
              </a:extLst>
            </p:cNvPr>
            <p:cNvSpPr/>
            <p:nvPr/>
          </p:nvSpPr>
          <p:spPr>
            <a:xfrm rot="5400000">
              <a:off x="8554451" y="2979321"/>
              <a:ext cx="2951750" cy="1565108"/>
            </a:xfrm>
            <a:prstGeom prst="hexagon">
              <a:avLst/>
            </a:prstGeom>
            <a:noFill/>
            <a:ln w="25400">
              <a:solidFill>
                <a:srgbClr val="327E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xmlns="" id="{9060B59B-B098-4543-91E4-9E035A617C3F}"/>
                </a:ext>
              </a:extLst>
            </p:cNvPr>
            <p:cNvGrpSpPr/>
            <p:nvPr/>
          </p:nvGrpSpPr>
          <p:grpSpPr>
            <a:xfrm>
              <a:off x="9465176" y="2710316"/>
              <a:ext cx="1130300" cy="1051560"/>
              <a:chOff x="9465176" y="2837316"/>
              <a:chExt cx="1130300" cy="1051560"/>
            </a:xfrm>
          </p:grpSpPr>
          <p:sp>
            <p:nvSpPr>
              <p:cNvPr id="31" name="六边形 30">
                <a:extLst>
                  <a:ext uri="{FF2B5EF4-FFF2-40B4-BE49-F238E27FC236}">
                    <a16:creationId xmlns:a16="http://schemas.microsoft.com/office/drawing/2014/main" xmlns="" id="{AC3D1D67-9235-4B9F-93E8-A843EBB2390A}"/>
                  </a:ext>
                </a:extLst>
              </p:cNvPr>
              <p:cNvSpPr/>
              <p:nvPr/>
            </p:nvSpPr>
            <p:spPr>
              <a:xfrm rot="5400000">
                <a:off x="9504547" y="2909837"/>
                <a:ext cx="1051560" cy="906517"/>
              </a:xfrm>
              <a:prstGeom prst="hexagon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xmlns="" id="{D6FA7E15-0765-4A9B-A932-1EDC86654740}"/>
                  </a:ext>
                </a:extLst>
              </p:cNvPr>
              <p:cNvSpPr txBox="1"/>
              <p:nvPr/>
            </p:nvSpPr>
            <p:spPr>
              <a:xfrm>
                <a:off x="9465176" y="2978373"/>
                <a:ext cx="11303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04</a:t>
                </a:r>
                <a:endParaRPr lang="zh-CN" altLang="en-US" sz="4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xmlns="" id="{B921FB2E-FE80-4D8D-88C4-0532BA6F6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19469" y="4285582"/>
              <a:ext cx="421714" cy="428461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1EA3F077-1715-428A-89F3-5184ABABF853}"/>
              </a:ext>
            </a:extLst>
          </p:cNvPr>
          <p:cNvGrpSpPr/>
          <p:nvPr/>
        </p:nvGrpSpPr>
        <p:grpSpPr>
          <a:xfrm>
            <a:off x="3374314" y="3168301"/>
            <a:ext cx="249141" cy="191878"/>
            <a:chOff x="3351719" y="3747814"/>
            <a:chExt cx="249141" cy="191878"/>
          </a:xfrm>
          <a:solidFill>
            <a:srgbClr val="327EC4"/>
          </a:solidFill>
        </p:grpSpPr>
        <p:sp>
          <p:nvSpPr>
            <p:cNvPr id="34" name="箭头: V 形 33">
              <a:extLst>
                <a:ext uri="{FF2B5EF4-FFF2-40B4-BE49-F238E27FC236}">
                  <a16:creationId xmlns:a16="http://schemas.microsoft.com/office/drawing/2014/main" xmlns="" id="{2736AC59-4348-4166-AE9E-1F533CEF410E}"/>
                </a:ext>
              </a:extLst>
            </p:cNvPr>
            <p:cNvSpPr/>
            <p:nvPr/>
          </p:nvSpPr>
          <p:spPr>
            <a:xfrm>
              <a:off x="3351719" y="3747814"/>
              <a:ext cx="119063" cy="191878"/>
            </a:xfrm>
            <a:prstGeom prst="chevron">
              <a:avLst>
                <a:gd name="adj" fmla="val 68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箭头: V 形 34">
              <a:extLst>
                <a:ext uri="{FF2B5EF4-FFF2-40B4-BE49-F238E27FC236}">
                  <a16:creationId xmlns:a16="http://schemas.microsoft.com/office/drawing/2014/main" xmlns="" id="{1B7AD5AC-B657-4EF1-8064-82A9EA54450D}"/>
                </a:ext>
              </a:extLst>
            </p:cNvPr>
            <p:cNvSpPr/>
            <p:nvPr/>
          </p:nvSpPr>
          <p:spPr>
            <a:xfrm>
              <a:off x="3481797" y="3747814"/>
              <a:ext cx="119063" cy="191878"/>
            </a:xfrm>
            <a:prstGeom prst="chevron">
              <a:avLst>
                <a:gd name="adj" fmla="val 68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DD6CADA8-727D-4381-A4AF-97520DB536C2}"/>
              </a:ext>
            </a:extLst>
          </p:cNvPr>
          <p:cNvGrpSpPr/>
          <p:nvPr/>
        </p:nvGrpSpPr>
        <p:grpSpPr>
          <a:xfrm>
            <a:off x="5994024" y="3168301"/>
            <a:ext cx="249141" cy="191878"/>
            <a:chOff x="3351719" y="3747814"/>
            <a:chExt cx="249141" cy="191878"/>
          </a:xfrm>
          <a:solidFill>
            <a:srgbClr val="327EC4"/>
          </a:solidFill>
        </p:grpSpPr>
        <p:sp>
          <p:nvSpPr>
            <p:cNvPr id="37" name="箭头: V 形 36">
              <a:extLst>
                <a:ext uri="{FF2B5EF4-FFF2-40B4-BE49-F238E27FC236}">
                  <a16:creationId xmlns:a16="http://schemas.microsoft.com/office/drawing/2014/main" xmlns="" id="{49E8FDFB-CED6-45A8-8CE5-687861AE3A04}"/>
                </a:ext>
              </a:extLst>
            </p:cNvPr>
            <p:cNvSpPr/>
            <p:nvPr/>
          </p:nvSpPr>
          <p:spPr>
            <a:xfrm>
              <a:off x="3351719" y="3747814"/>
              <a:ext cx="119063" cy="191878"/>
            </a:xfrm>
            <a:prstGeom prst="chevron">
              <a:avLst>
                <a:gd name="adj" fmla="val 68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箭头: V 形 37">
              <a:extLst>
                <a:ext uri="{FF2B5EF4-FFF2-40B4-BE49-F238E27FC236}">
                  <a16:creationId xmlns:a16="http://schemas.microsoft.com/office/drawing/2014/main" xmlns="" id="{3EF7C04A-2AB1-456C-9579-5071AD0380F5}"/>
                </a:ext>
              </a:extLst>
            </p:cNvPr>
            <p:cNvSpPr/>
            <p:nvPr/>
          </p:nvSpPr>
          <p:spPr>
            <a:xfrm>
              <a:off x="3481797" y="3747814"/>
              <a:ext cx="119063" cy="191878"/>
            </a:xfrm>
            <a:prstGeom prst="chevron">
              <a:avLst>
                <a:gd name="adj" fmla="val 68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xmlns="" id="{8A154087-0462-4542-ADA6-018AC8EC300B}"/>
              </a:ext>
            </a:extLst>
          </p:cNvPr>
          <p:cNvGrpSpPr/>
          <p:nvPr/>
        </p:nvGrpSpPr>
        <p:grpSpPr>
          <a:xfrm>
            <a:off x="8616908" y="3168301"/>
            <a:ext cx="249141" cy="191878"/>
            <a:chOff x="3351719" y="3747814"/>
            <a:chExt cx="249141" cy="191878"/>
          </a:xfrm>
          <a:solidFill>
            <a:srgbClr val="327EC4"/>
          </a:solidFill>
        </p:grpSpPr>
        <p:sp>
          <p:nvSpPr>
            <p:cNvPr id="40" name="箭头: V 形 39">
              <a:extLst>
                <a:ext uri="{FF2B5EF4-FFF2-40B4-BE49-F238E27FC236}">
                  <a16:creationId xmlns:a16="http://schemas.microsoft.com/office/drawing/2014/main" xmlns="" id="{E5D8ABBC-2256-4D68-9C6B-1E610B9A86D4}"/>
                </a:ext>
              </a:extLst>
            </p:cNvPr>
            <p:cNvSpPr/>
            <p:nvPr/>
          </p:nvSpPr>
          <p:spPr>
            <a:xfrm>
              <a:off x="3351719" y="3747814"/>
              <a:ext cx="119063" cy="191878"/>
            </a:xfrm>
            <a:prstGeom prst="chevron">
              <a:avLst>
                <a:gd name="adj" fmla="val 68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箭头: V 形 40">
              <a:extLst>
                <a:ext uri="{FF2B5EF4-FFF2-40B4-BE49-F238E27FC236}">
                  <a16:creationId xmlns:a16="http://schemas.microsoft.com/office/drawing/2014/main" xmlns="" id="{2BCDCB70-53AC-4659-8BBF-A52841A8DC85}"/>
                </a:ext>
              </a:extLst>
            </p:cNvPr>
            <p:cNvSpPr/>
            <p:nvPr/>
          </p:nvSpPr>
          <p:spPr>
            <a:xfrm>
              <a:off x="3481797" y="3747814"/>
              <a:ext cx="119063" cy="191878"/>
            </a:xfrm>
            <a:prstGeom prst="chevron">
              <a:avLst>
                <a:gd name="adj" fmla="val 68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00A0757-8856-4279-83A8-338E027DC9DB}"/>
              </a:ext>
            </a:extLst>
          </p:cNvPr>
          <p:cNvGrpSpPr/>
          <p:nvPr/>
        </p:nvGrpSpPr>
        <p:grpSpPr>
          <a:xfrm>
            <a:off x="1166544" y="4933934"/>
            <a:ext cx="2035445" cy="1302798"/>
            <a:chOff x="1018116" y="3352911"/>
            <a:chExt cx="2035445" cy="1302798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xmlns="" id="{6C3493A5-2EA1-4B24-B87C-A79433A597AD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xmlns="" id="{C8B305C9-2093-49A5-9268-66B0758C11E1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xmlns="" id="{2FC35012-BADD-4ED0-861E-01BEF65BB0FF}"/>
              </a:ext>
            </a:extLst>
          </p:cNvPr>
          <p:cNvGrpSpPr/>
          <p:nvPr/>
        </p:nvGrpSpPr>
        <p:grpSpPr>
          <a:xfrm>
            <a:off x="3789431" y="4933934"/>
            <a:ext cx="2035445" cy="1302798"/>
            <a:chOff x="1018116" y="3352911"/>
            <a:chExt cx="2035445" cy="1302798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xmlns="" id="{80AA7A48-FAD1-42F0-A52B-9C869BF7F6B4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xmlns="" id="{C7BB5BF6-15A0-45E4-93DE-DED3DC3E52EE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xmlns="" id="{F6185F94-7026-4CC8-A17D-2DD6267467D9}"/>
              </a:ext>
            </a:extLst>
          </p:cNvPr>
          <p:cNvGrpSpPr/>
          <p:nvPr/>
        </p:nvGrpSpPr>
        <p:grpSpPr>
          <a:xfrm>
            <a:off x="9035202" y="4933934"/>
            <a:ext cx="2035445" cy="1087355"/>
            <a:chOff x="1018116" y="3352911"/>
            <a:chExt cx="2035445" cy="1087355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E47CE613-EBAA-4647-A5CD-37A5E02A9CB5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xmlns="" id="{3FCBFB47-E148-4383-8C0D-6441B06F8619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1BB93CD0-A56F-4B27-A3BD-B3154EBD8CF9}"/>
              </a:ext>
            </a:extLst>
          </p:cNvPr>
          <p:cNvGrpSpPr/>
          <p:nvPr/>
        </p:nvGrpSpPr>
        <p:grpSpPr>
          <a:xfrm>
            <a:off x="6412316" y="4933934"/>
            <a:ext cx="2035445" cy="1087355"/>
            <a:chOff x="1018116" y="3352911"/>
            <a:chExt cx="2035445" cy="1087355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xmlns="" id="{431578F0-A7E0-4251-AEF3-537CE0CFDC8F}"/>
                </a:ext>
              </a:extLst>
            </p:cNvPr>
            <p:cNvSpPr txBox="1"/>
            <p:nvPr/>
          </p:nvSpPr>
          <p:spPr>
            <a:xfrm>
              <a:off x="1408175" y="3352911"/>
              <a:ext cx="1255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xmlns="" id="{F6F59B38-61BC-4425-A6DA-62686CD0E983}"/>
                </a:ext>
              </a:extLst>
            </p:cNvPr>
            <p:cNvSpPr txBox="1"/>
            <p:nvPr/>
          </p:nvSpPr>
          <p:spPr>
            <a:xfrm>
              <a:off x="1018116" y="3701602"/>
              <a:ext cx="203544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单击此处添加标题内容，标题要与内容相符，注意字体大小及匹配程度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052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论文研究方法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1A050D98-1406-43F8-9E69-F908C31CAF33}"/>
              </a:ext>
            </a:extLst>
          </p:cNvPr>
          <p:cNvGrpSpPr/>
          <p:nvPr/>
        </p:nvGrpSpPr>
        <p:grpSpPr>
          <a:xfrm>
            <a:off x="1397635" y="1682116"/>
            <a:ext cx="3307080" cy="1735455"/>
            <a:chOff x="2175" y="1011"/>
            <a:chExt cx="5208" cy="273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2D0A5890-AEB0-41D3-AA32-5D0EDC38C0C8}"/>
                </a:ext>
              </a:extLst>
            </p:cNvPr>
            <p:cNvGrpSpPr/>
            <p:nvPr/>
          </p:nvGrpSpPr>
          <p:grpSpPr>
            <a:xfrm>
              <a:off x="2175" y="1011"/>
              <a:ext cx="5208" cy="2733"/>
              <a:chOff x="1329965" y="1784090"/>
              <a:chExt cx="3384376" cy="1775690"/>
            </a:xfrm>
          </p:grpSpPr>
          <p:sp>
            <p:nvSpPr>
              <p:cNvPr id="12" name="矩形标注 200">
                <a:extLst>
                  <a:ext uri="{FF2B5EF4-FFF2-40B4-BE49-F238E27FC236}">
                    <a16:creationId xmlns:a16="http://schemas.microsoft.com/office/drawing/2014/main" xmlns="" id="{40A08F89-C151-4A7D-9F18-9B6242F74462}"/>
                  </a:ext>
                </a:extLst>
              </p:cNvPr>
              <p:cNvSpPr/>
              <p:nvPr/>
            </p:nvSpPr>
            <p:spPr>
              <a:xfrm>
                <a:off x="1329965" y="1784090"/>
                <a:ext cx="3384376" cy="1775690"/>
              </a:xfrm>
              <a:prstGeom prst="wedgeRectCallout">
                <a:avLst/>
              </a:prstGeom>
              <a:solidFill>
                <a:srgbClr val="327EC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TextBox 201">
                <a:extLst>
                  <a:ext uri="{FF2B5EF4-FFF2-40B4-BE49-F238E27FC236}">
                    <a16:creationId xmlns:a16="http://schemas.microsoft.com/office/drawing/2014/main" xmlns="" id="{C76CD7A9-A8D8-43AA-BD4B-22B2AE4612F4}"/>
                  </a:ext>
                </a:extLst>
              </p:cNvPr>
              <p:cNvSpPr txBox="1"/>
              <p:nvPr/>
            </p:nvSpPr>
            <p:spPr>
              <a:xfrm>
                <a:off x="2435713" y="2364289"/>
                <a:ext cx="2206620" cy="954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在此输入详细文字介绍和详细信息，在此输入详细文字介绍和详细信息。</a:t>
                </a:r>
              </a:p>
            </p:txBody>
          </p:sp>
          <p:sp>
            <p:nvSpPr>
              <p:cNvPr id="14" name="TextBox 202">
                <a:extLst>
                  <a:ext uri="{FF2B5EF4-FFF2-40B4-BE49-F238E27FC236}">
                    <a16:creationId xmlns:a16="http://schemas.microsoft.com/office/drawing/2014/main" xmlns="" id="{00736A04-2D57-4392-B639-6B58BBF16168}"/>
                  </a:ext>
                </a:extLst>
              </p:cNvPr>
              <p:cNvSpPr txBox="1"/>
              <p:nvPr/>
            </p:nvSpPr>
            <p:spPr>
              <a:xfrm>
                <a:off x="2435996" y="2010193"/>
                <a:ext cx="1828654" cy="377895"/>
              </a:xfrm>
              <a:prstGeom prst="rect">
                <a:avLst/>
              </a:prstGeom>
              <a:noFill/>
            </p:spPr>
            <p:txBody>
              <a:bodyPr wrap="square" tIns="0" bIns="0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点此编辑标题</a:t>
                </a:r>
              </a:p>
            </p:txBody>
          </p:sp>
        </p:grpSp>
        <p:sp>
          <p:nvSpPr>
            <p:cNvPr id="11" name="Freeform 101">
              <a:extLst>
                <a:ext uri="{FF2B5EF4-FFF2-40B4-BE49-F238E27FC236}">
                  <a16:creationId xmlns:a16="http://schemas.microsoft.com/office/drawing/2014/main" xmlns="" id="{A330176B-9F25-449E-A8B8-C6B69F1BF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9" y="1984"/>
              <a:ext cx="1188" cy="788"/>
            </a:xfrm>
            <a:custGeom>
              <a:avLst/>
              <a:gdLst/>
              <a:ahLst/>
              <a:cxnLst>
                <a:cxn ang="0">
                  <a:pos x="77" y="43"/>
                </a:cxn>
                <a:cxn ang="0">
                  <a:pos x="77" y="47"/>
                </a:cxn>
                <a:cxn ang="0">
                  <a:pos x="70" y="51"/>
                </a:cxn>
                <a:cxn ang="0">
                  <a:pos x="6" y="51"/>
                </a:cxn>
                <a:cxn ang="0">
                  <a:pos x="0" y="47"/>
                </a:cxn>
                <a:cxn ang="0">
                  <a:pos x="0" y="43"/>
                </a:cxn>
                <a:cxn ang="0">
                  <a:pos x="6" y="43"/>
                </a:cxn>
                <a:cxn ang="0">
                  <a:pos x="70" y="43"/>
                </a:cxn>
                <a:cxn ang="0">
                  <a:pos x="77" y="43"/>
                </a:cxn>
                <a:cxn ang="0">
                  <a:pos x="10" y="34"/>
                </a:cxn>
                <a:cxn ang="0">
                  <a:pos x="10" y="6"/>
                </a:cxn>
                <a:cxn ang="0">
                  <a:pos x="16" y="0"/>
                </a:cxn>
                <a:cxn ang="0">
                  <a:pos x="60" y="0"/>
                </a:cxn>
                <a:cxn ang="0">
                  <a:pos x="67" y="6"/>
                </a:cxn>
                <a:cxn ang="0">
                  <a:pos x="67" y="34"/>
                </a:cxn>
                <a:cxn ang="0">
                  <a:pos x="60" y="41"/>
                </a:cxn>
                <a:cxn ang="0">
                  <a:pos x="16" y="41"/>
                </a:cxn>
                <a:cxn ang="0">
                  <a:pos x="10" y="34"/>
                </a:cxn>
                <a:cxn ang="0">
                  <a:pos x="15" y="34"/>
                </a:cxn>
                <a:cxn ang="0">
                  <a:pos x="16" y="36"/>
                </a:cxn>
                <a:cxn ang="0">
                  <a:pos x="60" y="36"/>
                </a:cxn>
                <a:cxn ang="0">
                  <a:pos x="61" y="34"/>
                </a:cxn>
                <a:cxn ang="0">
                  <a:pos x="61" y="6"/>
                </a:cxn>
                <a:cxn ang="0">
                  <a:pos x="60" y="5"/>
                </a:cxn>
                <a:cxn ang="0">
                  <a:pos x="16" y="5"/>
                </a:cxn>
                <a:cxn ang="0">
                  <a:pos x="15" y="6"/>
                </a:cxn>
                <a:cxn ang="0">
                  <a:pos x="15" y="34"/>
                </a:cxn>
                <a:cxn ang="0">
                  <a:pos x="42" y="47"/>
                </a:cxn>
                <a:cxn ang="0">
                  <a:pos x="42" y="46"/>
                </a:cxn>
                <a:cxn ang="0">
                  <a:pos x="35" y="46"/>
                </a:cxn>
                <a:cxn ang="0">
                  <a:pos x="34" y="47"/>
                </a:cxn>
                <a:cxn ang="0">
                  <a:pos x="35" y="47"/>
                </a:cxn>
                <a:cxn ang="0">
                  <a:pos x="42" y="47"/>
                </a:cxn>
                <a:cxn ang="0">
                  <a:pos x="42" y="47"/>
                </a:cxn>
              </a:cxnLst>
              <a:rect l="0" t="0" r="r" b="b"/>
              <a:pathLst>
                <a:path w="77" h="51">
                  <a:moveTo>
                    <a:pt x="77" y="43"/>
                  </a:moveTo>
                  <a:cubicBezTo>
                    <a:pt x="77" y="47"/>
                    <a:pt x="77" y="47"/>
                    <a:pt x="77" y="47"/>
                  </a:cubicBezTo>
                  <a:cubicBezTo>
                    <a:pt x="77" y="49"/>
                    <a:pt x="74" y="51"/>
                    <a:pt x="70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9"/>
                    <a:pt x="0" y="4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70" y="43"/>
                    <a:pt x="70" y="43"/>
                    <a:pt x="70" y="43"/>
                  </a:cubicBezTo>
                  <a:lnTo>
                    <a:pt x="77" y="43"/>
                  </a:lnTo>
                  <a:close/>
                  <a:moveTo>
                    <a:pt x="10" y="34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2"/>
                    <a:pt x="13" y="0"/>
                    <a:pt x="1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7" y="2"/>
                    <a:pt x="67" y="6"/>
                  </a:cubicBezTo>
                  <a:cubicBezTo>
                    <a:pt x="67" y="34"/>
                    <a:pt x="67" y="34"/>
                    <a:pt x="67" y="34"/>
                  </a:cubicBezTo>
                  <a:cubicBezTo>
                    <a:pt x="67" y="38"/>
                    <a:pt x="64" y="41"/>
                    <a:pt x="60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3" y="41"/>
                    <a:pt x="10" y="38"/>
                    <a:pt x="10" y="34"/>
                  </a:cubicBezTo>
                  <a:close/>
                  <a:moveTo>
                    <a:pt x="15" y="34"/>
                  </a:moveTo>
                  <a:cubicBezTo>
                    <a:pt x="15" y="35"/>
                    <a:pt x="16" y="36"/>
                    <a:pt x="16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5"/>
                    <a:pt x="61" y="34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5"/>
                    <a:pt x="61" y="5"/>
                    <a:pt x="60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5"/>
                    <a:pt x="15" y="6"/>
                  </a:cubicBezTo>
                  <a:lnTo>
                    <a:pt x="15" y="34"/>
                  </a:lnTo>
                  <a:close/>
                  <a:moveTo>
                    <a:pt x="42" y="47"/>
                  </a:moveTo>
                  <a:cubicBezTo>
                    <a:pt x="42" y="46"/>
                    <a:pt x="42" y="46"/>
                    <a:pt x="42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4" y="46"/>
                    <a:pt x="34" y="47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2429C35F-410B-4041-BB31-944E4C12B783}"/>
              </a:ext>
            </a:extLst>
          </p:cNvPr>
          <p:cNvGrpSpPr/>
          <p:nvPr/>
        </p:nvGrpSpPr>
        <p:grpSpPr>
          <a:xfrm>
            <a:off x="5137785" y="1682116"/>
            <a:ext cx="3307715" cy="1735455"/>
            <a:chOff x="8065" y="1011"/>
            <a:chExt cx="5209" cy="2733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xmlns="" id="{DE9E5F24-0BC7-47F2-AB76-E9E4E79423E4}"/>
                </a:ext>
              </a:extLst>
            </p:cNvPr>
            <p:cNvGrpSpPr/>
            <p:nvPr/>
          </p:nvGrpSpPr>
          <p:grpSpPr>
            <a:xfrm>
              <a:off x="8065" y="1011"/>
              <a:ext cx="5209" cy="2733"/>
              <a:chOff x="5157515" y="1784090"/>
              <a:chExt cx="3384376" cy="1775690"/>
            </a:xfrm>
          </p:grpSpPr>
          <p:sp>
            <p:nvSpPr>
              <p:cNvPr id="18" name="矩形标注 185">
                <a:extLst>
                  <a:ext uri="{FF2B5EF4-FFF2-40B4-BE49-F238E27FC236}">
                    <a16:creationId xmlns:a16="http://schemas.microsoft.com/office/drawing/2014/main" xmlns="" id="{38FBD2DC-92A8-47FD-8ED7-D8EA8CC4021A}"/>
                  </a:ext>
                </a:extLst>
              </p:cNvPr>
              <p:cNvSpPr/>
              <p:nvPr/>
            </p:nvSpPr>
            <p:spPr>
              <a:xfrm>
                <a:off x="5157515" y="1784090"/>
                <a:ext cx="3384376" cy="1775690"/>
              </a:xfrm>
              <a:prstGeom prst="wedgeRectCallout">
                <a:avLst/>
              </a:prstGeom>
              <a:solidFill>
                <a:srgbClr val="327EC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TextBox 186">
                <a:extLst>
                  <a:ext uri="{FF2B5EF4-FFF2-40B4-BE49-F238E27FC236}">
                    <a16:creationId xmlns:a16="http://schemas.microsoft.com/office/drawing/2014/main" xmlns="" id="{739D788E-2854-42EC-8CDE-2837F66E2184}"/>
                  </a:ext>
                </a:extLst>
              </p:cNvPr>
              <p:cNvSpPr txBox="1"/>
              <p:nvPr/>
            </p:nvSpPr>
            <p:spPr>
              <a:xfrm>
                <a:off x="6237635" y="2364289"/>
                <a:ext cx="2206619" cy="954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在此输入详细文字介绍和详细信息，在此输入详细文字介绍和详细信息。</a:t>
                </a:r>
              </a:p>
            </p:txBody>
          </p:sp>
          <p:sp>
            <p:nvSpPr>
              <p:cNvPr id="20" name="TextBox 187">
                <a:extLst>
                  <a:ext uri="{FF2B5EF4-FFF2-40B4-BE49-F238E27FC236}">
                    <a16:creationId xmlns:a16="http://schemas.microsoft.com/office/drawing/2014/main" xmlns="" id="{B70584AE-6F78-41AE-B46D-BA5E997E9405}"/>
                  </a:ext>
                </a:extLst>
              </p:cNvPr>
              <p:cNvSpPr txBox="1"/>
              <p:nvPr/>
            </p:nvSpPr>
            <p:spPr>
              <a:xfrm>
                <a:off x="6237345" y="2010193"/>
                <a:ext cx="1520987" cy="377895"/>
              </a:xfrm>
              <a:prstGeom prst="rect">
                <a:avLst/>
              </a:prstGeom>
              <a:noFill/>
            </p:spPr>
            <p:txBody>
              <a:bodyPr wrap="square" tIns="0" bIns="0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点此编辑标题</a:t>
                </a:r>
              </a:p>
            </p:txBody>
          </p:sp>
        </p:grpSp>
        <p:sp>
          <p:nvSpPr>
            <p:cNvPr id="17" name="Freeform 81">
              <a:extLst>
                <a:ext uri="{FF2B5EF4-FFF2-40B4-BE49-F238E27FC236}">
                  <a16:creationId xmlns:a16="http://schemas.microsoft.com/office/drawing/2014/main" xmlns="" id="{6A41B365-1DBC-4772-8CFE-2A088D27AB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4" y="1944"/>
              <a:ext cx="863" cy="869"/>
            </a:xfrm>
            <a:custGeom>
              <a:avLst/>
              <a:gdLst>
                <a:gd name="T0" fmla="*/ 239 w 280"/>
                <a:gd name="T1" fmla="*/ 66 h 281"/>
                <a:gd name="T2" fmla="*/ 214 w 280"/>
                <a:gd name="T3" fmla="*/ 66 h 281"/>
                <a:gd name="T4" fmla="*/ 214 w 280"/>
                <a:gd name="T5" fmla="*/ 8 h 281"/>
                <a:gd name="T6" fmla="*/ 207 w 280"/>
                <a:gd name="T7" fmla="*/ 0 h 281"/>
                <a:gd name="T8" fmla="*/ 8 w 280"/>
                <a:gd name="T9" fmla="*/ 0 h 281"/>
                <a:gd name="T10" fmla="*/ 0 w 280"/>
                <a:gd name="T11" fmla="*/ 8 h 281"/>
                <a:gd name="T12" fmla="*/ 0 w 280"/>
                <a:gd name="T13" fmla="*/ 207 h 281"/>
                <a:gd name="T14" fmla="*/ 74 w 280"/>
                <a:gd name="T15" fmla="*/ 281 h 281"/>
                <a:gd name="T16" fmla="*/ 141 w 280"/>
                <a:gd name="T17" fmla="*/ 281 h 281"/>
                <a:gd name="T18" fmla="*/ 214 w 280"/>
                <a:gd name="T19" fmla="*/ 214 h 281"/>
                <a:gd name="T20" fmla="*/ 239 w 280"/>
                <a:gd name="T21" fmla="*/ 214 h 281"/>
                <a:gd name="T22" fmla="*/ 280 w 280"/>
                <a:gd name="T23" fmla="*/ 140 h 281"/>
                <a:gd name="T24" fmla="*/ 239 w 280"/>
                <a:gd name="T25" fmla="*/ 66 h 281"/>
                <a:gd name="T26" fmla="*/ 200 w 280"/>
                <a:gd name="T27" fmla="*/ 15 h 281"/>
                <a:gd name="T28" fmla="*/ 200 w 280"/>
                <a:gd name="T29" fmla="*/ 49 h 281"/>
                <a:gd name="T30" fmla="*/ 15 w 280"/>
                <a:gd name="T31" fmla="*/ 49 h 281"/>
                <a:gd name="T32" fmla="*/ 15 w 280"/>
                <a:gd name="T33" fmla="*/ 15 h 281"/>
                <a:gd name="T34" fmla="*/ 200 w 280"/>
                <a:gd name="T35" fmla="*/ 15 h 281"/>
                <a:gd name="T36" fmla="*/ 239 w 280"/>
                <a:gd name="T37" fmla="*/ 199 h 281"/>
                <a:gd name="T38" fmla="*/ 214 w 280"/>
                <a:gd name="T39" fmla="*/ 199 h 281"/>
                <a:gd name="T40" fmla="*/ 214 w 280"/>
                <a:gd name="T41" fmla="*/ 81 h 281"/>
                <a:gd name="T42" fmla="*/ 239 w 280"/>
                <a:gd name="T43" fmla="*/ 81 h 281"/>
                <a:gd name="T44" fmla="*/ 265 w 280"/>
                <a:gd name="T45" fmla="*/ 140 h 281"/>
                <a:gd name="T46" fmla="*/ 239 w 280"/>
                <a:gd name="T47" fmla="*/ 199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0" h="281">
                  <a:moveTo>
                    <a:pt x="239" y="66"/>
                  </a:moveTo>
                  <a:cubicBezTo>
                    <a:pt x="214" y="66"/>
                    <a:pt x="214" y="66"/>
                    <a:pt x="214" y="66"/>
                  </a:cubicBezTo>
                  <a:cubicBezTo>
                    <a:pt x="214" y="8"/>
                    <a:pt x="214" y="8"/>
                    <a:pt x="214" y="8"/>
                  </a:cubicBezTo>
                  <a:cubicBezTo>
                    <a:pt x="214" y="4"/>
                    <a:pt x="211" y="0"/>
                    <a:pt x="20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48"/>
                    <a:pt x="33" y="281"/>
                    <a:pt x="74" y="281"/>
                  </a:cubicBezTo>
                  <a:cubicBezTo>
                    <a:pt x="141" y="281"/>
                    <a:pt x="141" y="281"/>
                    <a:pt x="141" y="281"/>
                  </a:cubicBezTo>
                  <a:cubicBezTo>
                    <a:pt x="179" y="281"/>
                    <a:pt x="211" y="251"/>
                    <a:pt x="214" y="214"/>
                  </a:cubicBezTo>
                  <a:cubicBezTo>
                    <a:pt x="239" y="214"/>
                    <a:pt x="239" y="214"/>
                    <a:pt x="239" y="214"/>
                  </a:cubicBezTo>
                  <a:cubicBezTo>
                    <a:pt x="262" y="214"/>
                    <a:pt x="280" y="181"/>
                    <a:pt x="280" y="140"/>
                  </a:cubicBezTo>
                  <a:cubicBezTo>
                    <a:pt x="280" y="98"/>
                    <a:pt x="262" y="66"/>
                    <a:pt x="239" y="66"/>
                  </a:cubicBezTo>
                  <a:close/>
                  <a:moveTo>
                    <a:pt x="200" y="15"/>
                  </a:moveTo>
                  <a:cubicBezTo>
                    <a:pt x="200" y="49"/>
                    <a:pt x="200" y="49"/>
                    <a:pt x="200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15"/>
                    <a:pt x="15" y="15"/>
                    <a:pt x="15" y="15"/>
                  </a:cubicBezTo>
                  <a:lnTo>
                    <a:pt x="200" y="15"/>
                  </a:lnTo>
                  <a:close/>
                  <a:moveTo>
                    <a:pt x="239" y="199"/>
                  </a:moveTo>
                  <a:cubicBezTo>
                    <a:pt x="214" y="199"/>
                    <a:pt x="214" y="199"/>
                    <a:pt x="214" y="199"/>
                  </a:cubicBezTo>
                  <a:cubicBezTo>
                    <a:pt x="214" y="81"/>
                    <a:pt x="214" y="81"/>
                    <a:pt x="214" y="81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51" y="81"/>
                    <a:pt x="265" y="106"/>
                    <a:pt x="265" y="140"/>
                  </a:cubicBezTo>
                  <a:cubicBezTo>
                    <a:pt x="265" y="174"/>
                    <a:pt x="251" y="199"/>
                    <a:pt x="239" y="1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/>
            <a:lstStyle/>
            <a:p>
              <a:endParaRPr 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D4CD2DCE-EE9C-4C97-ADE2-909A9FDF0A95}"/>
              </a:ext>
            </a:extLst>
          </p:cNvPr>
          <p:cNvGrpSpPr/>
          <p:nvPr/>
        </p:nvGrpSpPr>
        <p:grpSpPr>
          <a:xfrm>
            <a:off x="3872671" y="4070445"/>
            <a:ext cx="3307715" cy="1735455"/>
            <a:chOff x="5721" y="4579"/>
            <a:chExt cx="5209" cy="273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xmlns="" id="{3AA5FE48-A83E-4AC8-BA49-2DA673B51DC6}"/>
                </a:ext>
              </a:extLst>
            </p:cNvPr>
            <p:cNvGrpSpPr/>
            <p:nvPr/>
          </p:nvGrpSpPr>
          <p:grpSpPr>
            <a:xfrm>
              <a:off x="5721" y="4579"/>
              <a:ext cx="5209" cy="2733"/>
              <a:chOff x="3634221" y="4101582"/>
              <a:chExt cx="3384376" cy="1775690"/>
            </a:xfrm>
          </p:grpSpPr>
          <p:sp>
            <p:nvSpPr>
              <p:cNvPr id="30" name="矩形标注 195">
                <a:extLst>
                  <a:ext uri="{FF2B5EF4-FFF2-40B4-BE49-F238E27FC236}">
                    <a16:creationId xmlns:a16="http://schemas.microsoft.com/office/drawing/2014/main" xmlns="" id="{212E6987-A085-43EF-9D95-219F4D721E22}"/>
                  </a:ext>
                </a:extLst>
              </p:cNvPr>
              <p:cNvSpPr/>
              <p:nvPr/>
            </p:nvSpPr>
            <p:spPr>
              <a:xfrm>
                <a:off x="3634221" y="4101582"/>
                <a:ext cx="3384376" cy="1775690"/>
              </a:xfrm>
              <a:prstGeom prst="wedgeRectCallout">
                <a:avLst/>
              </a:prstGeom>
              <a:solidFill>
                <a:schemeClr val="accent5">
                  <a:lumMod val="50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TextBox 196">
                <a:extLst>
                  <a:ext uri="{FF2B5EF4-FFF2-40B4-BE49-F238E27FC236}">
                    <a16:creationId xmlns:a16="http://schemas.microsoft.com/office/drawing/2014/main" xmlns="" id="{B6E6499B-3560-418F-8B30-C0E6FDA60CCB}"/>
                  </a:ext>
                </a:extLst>
              </p:cNvPr>
              <p:cNvSpPr txBox="1"/>
              <p:nvPr/>
            </p:nvSpPr>
            <p:spPr>
              <a:xfrm>
                <a:off x="4746612" y="4717299"/>
                <a:ext cx="2206619" cy="954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在此输入详细文字介绍和详细信息，在此输入详细文字介绍和详细信息。</a:t>
                </a:r>
              </a:p>
            </p:txBody>
          </p:sp>
          <p:sp>
            <p:nvSpPr>
              <p:cNvPr id="32" name="TextBox 197">
                <a:extLst>
                  <a:ext uri="{FF2B5EF4-FFF2-40B4-BE49-F238E27FC236}">
                    <a16:creationId xmlns:a16="http://schemas.microsoft.com/office/drawing/2014/main" xmlns="" id="{858ACF7C-F489-4C7F-B5B1-01E2E56561E9}"/>
                  </a:ext>
                </a:extLst>
              </p:cNvPr>
              <p:cNvSpPr txBox="1"/>
              <p:nvPr/>
            </p:nvSpPr>
            <p:spPr>
              <a:xfrm>
                <a:off x="4746537" y="4363420"/>
                <a:ext cx="1686666" cy="377895"/>
              </a:xfrm>
              <a:prstGeom prst="rect">
                <a:avLst/>
              </a:prstGeom>
              <a:noFill/>
            </p:spPr>
            <p:txBody>
              <a:bodyPr wrap="square" tIns="0" bIns="0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点此编辑标题</a:t>
                </a:r>
              </a:p>
            </p:txBody>
          </p:sp>
        </p:grpSp>
        <p:grpSp>
          <p:nvGrpSpPr>
            <p:cNvPr id="23" name="Group 36">
              <a:extLst>
                <a:ext uri="{FF2B5EF4-FFF2-40B4-BE49-F238E27FC236}">
                  <a16:creationId xmlns:a16="http://schemas.microsoft.com/office/drawing/2014/main" xmlns="" id="{0543CC05-310B-4F4E-AA0C-A6A7CC23F06B}"/>
                </a:ext>
              </a:extLst>
            </p:cNvPr>
            <p:cNvGrpSpPr/>
            <p:nvPr/>
          </p:nvGrpSpPr>
          <p:grpSpPr>
            <a:xfrm>
              <a:off x="6241" y="5527"/>
              <a:ext cx="1031" cy="904"/>
              <a:chOff x="6365875" y="1458913"/>
              <a:chExt cx="619125" cy="542925"/>
            </a:xfrm>
            <a:solidFill>
              <a:schemeClr val="bg1"/>
            </a:solidFill>
          </p:grpSpPr>
          <p:sp>
            <p:nvSpPr>
              <p:cNvPr id="24" name="Freeform 43">
                <a:extLst>
                  <a:ext uri="{FF2B5EF4-FFF2-40B4-BE49-F238E27FC236}">
                    <a16:creationId xmlns:a16="http://schemas.microsoft.com/office/drawing/2014/main" xmlns="" id="{EA81E9DE-DE7C-44BD-8418-85575628E5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5875" y="1846263"/>
                <a:ext cx="619125" cy="1555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5" y="48"/>
                  </a:cxn>
                  <a:cxn ang="0">
                    <a:pos x="390" y="0"/>
                  </a:cxn>
                  <a:cxn ang="0">
                    <a:pos x="390" y="48"/>
                  </a:cxn>
                  <a:cxn ang="0">
                    <a:pos x="195" y="98"/>
                  </a:cxn>
                  <a:cxn ang="0">
                    <a:pos x="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0" h="98">
                    <a:moveTo>
                      <a:pt x="0" y="0"/>
                    </a:moveTo>
                    <a:lnTo>
                      <a:pt x="195" y="48"/>
                    </a:lnTo>
                    <a:lnTo>
                      <a:pt x="390" y="0"/>
                    </a:lnTo>
                    <a:lnTo>
                      <a:pt x="390" y="48"/>
                    </a:lnTo>
                    <a:lnTo>
                      <a:pt x="195" y="98"/>
                    </a:lnTo>
                    <a:lnTo>
                      <a:pt x="0" y="48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5" name="Freeform 44">
                <a:extLst>
                  <a:ext uri="{FF2B5EF4-FFF2-40B4-BE49-F238E27FC236}">
                    <a16:creationId xmlns:a16="http://schemas.microsoft.com/office/drawing/2014/main" xmlns="" id="{DBBF032F-B707-40D7-8800-CF684EA7AC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5875" y="1846263"/>
                <a:ext cx="619125" cy="1555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5" y="48"/>
                  </a:cxn>
                  <a:cxn ang="0">
                    <a:pos x="390" y="0"/>
                  </a:cxn>
                  <a:cxn ang="0">
                    <a:pos x="390" y="48"/>
                  </a:cxn>
                  <a:cxn ang="0">
                    <a:pos x="195" y="98"/>
                  </a:cxn>
                  <a:cxn ang="0">
                    <a:pos x="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0" h="98">
                    <a:moveTo>
                      <a:pt x="0" y="0"/>
                    </a:moveTo>
                    <a:lnTo>
                      <a:pt x="195" y="48"/>
                    </a:lnTo>
                    <a:lnTo>
                      <a:pt x="390" y="0"/>
                    </a:lnTo>
                    <a:lnTo>
                      <a:pt x="390" y="48"/>
                    </a:lnTo>
                    <a:lnTo>
                      <a:pt x="195" y="98"/>
                    </a:lnTo>
                    <a:lnTo>
                      <a:pt x="0" y="48"/>
                    </a:lnTo>
                    <a:lnTo>
                      <a:pt x="0" y="0"/>
                    </a:lnTo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6" name="Freeform 45">
                <a:extLst>
                  <a:ext uri="{FF2B5EF4-FFF2-40B4-BE49-F238E27FC236}">
                    <a16:creationId xmlns:a16="http://schemas.microsoft.com/office/drawing/2014/main" xmlns="" id="{6EF33724-8B19-47D5-8D2F-8FB0B8A08C7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5875" y="1692276"/>
                <a:ext cx="619125" cy="153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5" y="48"/>
                  </a:cxn>
                  <a:cxn ang="0">
                    <a:pos x="390" y="0"/>
                  </a:cxn>
                  <a:cxn ang="0">
                    <a:pos x="390" y="48"/>
                  </a:cxn>
                  <a:cxn ang="0">
                    <a:pos x="195" y="97"/>
                  </a:cxn>
                  <a:cxn ang="0">
                    <a:pos x="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0" h="97">
                    <a:moveTo>
                      <a:pt x="0" y="0"/>
                    </a:moveTo>
                    <a:lnTo>
                      <a:pt x="195" y="48"/>
                    </a:lnTo>
                    <a:lnTo>
                      <a:pt x="390" y="0"/>
                    </a:lnTo>
                    <a:lnTo>
                      <a:pt x="390" y="48"/>
                    </a:lnTo>
                    <a:lnTo>
                      <a:pt x="195" y="97"/>
                    </a:lnTo>
                    <a:lnTo>
                      <a:pt x="0" y="48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Freeform 46">
                <a:extLst>
                  <a:ext uri="{FF2B5EF4-FFF2-40B4-BE49-F238E27FC236}">
                    <a16:creationId xmlns:a16="http://schemas.microsoft.com/office/drawing/2014/main" xmlns="" id="{F692CC7A-3DA5-42C2-B861-22FC3C5D8A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5875" y="1692276"/>
                <a:ext cx="619125" cy="153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5" y="48"/>
                  </a:cxn>
                  <a:cxn ang="0">
                    <a:pos x="390" y="0"/>
                  </a:cxn>
                  <a:cxn ang="0">
                    <a:pos x="390" y="48"/>
                  </a:cxn>
                  <a:cxn ang="0">
                    <a:pos x="195" y="97"/>
                  </a:cxn>
                  <a:cxn ang="0">
                    <a:pos x="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90" h="97">
                    <a:moveTo>
                      <a:pt x="0" y="0"/>
                    </a:moveTo>
                    <a:lnTo>
                      <a:pt x="195" y="48"/>
                    </a:lnTo>
                    <a:lnTo>
                      <a:pt x="390" y="0"/>
                    </a:lnTo>
                    <a:lnTo>
                      <a:pt x="390" y="48"/>
                    </a:lnTo>
                    <a:lnTo>
                      <a:pt x="195" y="97"/>
                    </a:lnTo>
                    <a:lnTo>
                      <a:pt x="0" y="48"/>
                    </a:lnTo>
                    <a:lnTo>
                      <a:pt x="0" y="0"/>
                    </a:lnTo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" name="Freeform 47">
                <a:extLst>
                  <a:ext uri="{FF2B5EF4-FFF2-40B4-BE49-F238E27FC236}">
                    <a16:creationId xmlns:a16="http://schemas.microsoft.com/office/drawing/2014/main" xmlns="" id="{FA88A2AB-0641-4C03-BC2E-2205213034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5875" y="1458913"/>
                <a:ext cx="619125" cy="233363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195" y="0"/>
                  </a:cxn>
                  <a:cxn ang="0">
                    <a:pos x="390" y="48"/>
                  </a:cxn>
                  <a:cxn ang="0">
                    <a:pos x="390" y="96"/>
                  </a:cxn>
                  <a:cxn ang="0">
                    <a:pos x="195" y="147"/>
                  </a:cxn>
                  <a:cxn ang="0">
                    <a:pos x="0" y="96"/>
                  </a:cxn>
                  <a:cxn ang="0">
                    <a:pos x="0" y="48"/>
                  </a:cxn>
                  <a:cxn ang="0">
                    <a:pos x="0" y="48"/>
                  </a:cxn>
                  <a:cxn ang="0">
                    <a:pos x="0" y="48"/>
                  </a:cxn>
                </a:cxnLst>
                <a:rect l="0" t="0" r="r" b="b"/>
                <a:pathLst>
                  <a:path w="390" h="147">
                    <a:moveTo>
                      <a:pt x="0" y="48"/>
                    </a:moveTo>
                    <a:lnTo>
                      <a:pt x="195" y="0"/>
                    </a:lnTo>
                    <a:lnTo>
                      <a:pt x="390" y="48"/>
                    </a:lnTo>
                    <a:lnTo>
                      <a:pt x="390" y="96"/>
                    </a:lnTo>
                    <a:lnTo>
                      <a:pt x="195" y="147"/>
                    </a:lnTo>
                    <a:lnTo>
                      <a:pt x="0" y="96"/>
                    </a:lnTo>
                    <a:lnTo>
                      <a:pt x="0" y="48"/>
                    </a:lnTo>
                    <a:close/>
                    <a:moveTo>
                      <a:pt x="0" y="48"/>
                    </a:moveTo>
                    <a:lnTo>
                      <a:pt x="0" y="48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Freeform 48">
                <a:extLst>
                  <a:ext uri="{FF2B5EF4-FFF2-40B4-BE49-F238E27FC236}">
                    <a16:creationId xmlns:a16="http://schemas.microsoft.com/office/drawing/2014/main" xmlns="" id="{55E4BCC3-9F03-4995-BC7C-0D80F9E38F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5875" y="1458913"/>
                <a:ext cx="619125" cy="233363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195" y="0"/>
                  </a:cxn>
                  <a:cxn ang="0">
                    <a:pos x="390" y="48"/>
                  </a:cxn>
                  <a:cxn ang="0">
                    <a:pos x="390" y="96"/>
                  </a:cxn>
                  <a:cxn ang="0">
                    <a:pos x="195" y="147"/>
                  </a:cxn>
                  <a:cxn ang="0">
                    <a:pos x="0" y="96"/>
                  </a:cxn>
                  <a:cxn ang="0">
                    <a:pos x="0" y="48"/>
                  </a:cxn>
                  <a:cxn ang="0">
                    <a:pos x="0" y="48"/>
                  </a:cxn>
                  <a:cxn ang="0">
                    <a:pos x="0" y="48"/>
                  </a:cxn>
                </a:cxnLst>
                <a:rect l="0" t="0" r="r" b="b"/>
                <a:pathLst>
                  <a:path w="390" h="147">
                    <a:moveTo>
                      <a:pt x="0" y="48"/>
                    </a:moveTo>
                    <a:lnTo>
                      <a:pt x="195" y="0"/>
                    </a:lnTo>
                    <a:lnTo>
                      <a:pt x="390" y="48"/>
                    </a:lnTo>
                    <a:lnTo>
                      <a:pt x="390" y="96"/>
                    </a:lnTo>
                    <a:lnTo>
                      <a:pt x="195" y="147"/>
                    </a:lnTo>
                    <a:lnTo>
                      <a:pt x="0" y="96"/>
                    </a:lnTo>
                    <a:lnTo>
                      <a:pt x="0" y="48"/>
                    </a:lnTo>
                    <a:moveTo>
                      <a:pt x="0" y="48"/>
                    </a:moveTo>
                    <a:lnTo>
                      <a:pt x="0" y="48"/>
                    </a:ln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6E7731E4-F41A-42CF-97EB-AC54582892B1}"/>
              </a:ext>
            </a:extLst>
          </p:cNvPr>
          <p:cNvGrpSpPr/>
          <p:nvPr/>
        </p:nvGrpSpPr>
        <p:grpSpPr>
          <a:xfrm>
            <a:off x="7613456" y="4070445"/>
            <a:ext cx="3307080" cy="1735455"/>
            <a:chOff x="11612" y="4579"/>
            <a:chExt cx="5208" cy="2733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xmlns="" id="{D1C37BD4-1BEF-4173-9561-F7C13DA47E0D}"/>
                </a:ext>
              </a:extLst>
            </p:cNvPr>
            <p:cNvGrpSpPr/>
            <p:nvPr/>
          </p:nvGrpSpPr>
          <p:grpSpPr>
            <a:xfrm>
              <a:off x="11612" y="4579"/>
              <a:ext cx="5208" cy="2733"/>
              <a:chOff x="7461771" y="4101582"/>
              <a:chExt cx="3384376" cy="1775690"/>
            </a:xfrm>
          </p:grpSpPr>
          <p:sp>
            <p:nvSpPr>
              <p:cNvPr id="36" name="矩形标注 190">
                <a:extLst>
                  <a:ext uri="{FF2B5EF4-FFF2-40B4-BE49-F238E27FC236}">
                    <a16:creationId xmlns:a16="http://schemas.microsoft.com/office/drawing/2014/main" xmlns="" id="{074FA38B-A4AB-4BAC-8BA1-B95CC2CBFC89}"/>
                  </a:ext>
                </a:extLst>
              </p:cNvPr>
              <p:cNvSpPr/>
              <p:nvPr/>
            </p:nvSpPr>
            <p:spPr>
              <a:xfrm>
                <a:off x="7461771" y="4101582"/>
                <a:ext cx="3384376" cy="1775690"/>
              </a:xfrm>
              <a:prstGeom prst="wedgeRectCallout">
                <a:avLst/>
              </a:prstGeom>
              <a:solidFill>
                <a:schemeClr val="accent5">
                  <a:lumMod val="50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7" name="TextBox 191">
                <a:extLst>
                  <a:ext uri="{FF2B5EF4-FFF2-40B4-BE49-F238E27FC236}">
                    <a16:creationId xmlns:a16="http://schemas.microsoft.com/office/drawing/2014/main" xmlns="" id="{905680EE-B01D-4229-93F4-5DB3F5D5958B}"/>
                  </a:ext>
                </a:extLst>
              </p:cNvPr>
              <p:cNvSpPr txBox="1"/>
              <p:nvPr/>
            </p:nvSpPr>
            <p:spPr>
              <a:xfrm>
                <a:off x="8541891" y="4717299"/>
                <a:ext cx="2206620" cy="954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在此输入详细文字介绍和详细信息，在此输入详细文字介绍和详细信息。</a:t>
                </a:r>
              </a:p>
            </p:txBody>
          </p:sp>
          <p:sp>
            <p:nvSpPr>
              <p:cNvPr id="38" name="TextBox 192">
                <a:extLst>
                  <a:ext uri="{FF2B5EF4-FFF2-40B4-BE49-F238E27FC236}">
                    <a16:creationId xmlns:a16="http://schemas.microsoft.com/office/drawing/2014/main" xmlns="" id="{C6166606-B90E-48A6-AD46-BD3858598E24}"/>
                  </a:ext>
                </a:extLst>
              </p:cNvPr>
              <p:cNvSpPr txBox="1"/>
              <p:nvPr/>
            </p:nvSpPr>
            <p:spPr>
              <a:xfrm>
                <a:off x="8541807" y="4363420"/>
                <a:ext cx="1629152" cy="377895"/>
              </a:xfrm>
              <a:prstGeom prst="rect">
                <a:avLst/>
              </a:prstGeom>
              <a:noFill/>
            </p:spPr>
            <p:txBody>
              <a:bodyPr wrap="square" tIns="0" bIns="0" rtlCol="0" anchor="t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点此编辑标题</a:t>
                </a:r>
              </a:p>
            </p:txBody>
          </p:sp>
        </p:grpSp>
        <p:sp>
          <p:nvSpPr>
            <p:cNvPr id="35" name="Freeform 68">
              <a:extLst>
                <a:ext uri="{FF2B5EF4-FFF2-40B4-BE49-F238E27FC236}">
                  <a16:creationId xmlns:a16="http://schemas.microsoft.com/office/drawing/2014/main" xmlns="" id="{C36B74BF-4C31-4064-AC88-59419BB48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68" y="5513"/>
              <a:ext cx="901" cy="918"/>
            </a:xfrm>
            <a:custGeom>
              <a:avLst/>
              <a:gdLst>
                <a:gd name="T0" fmla="*/ 87 w 91"/>
                <a:gd name="T1" fmla="*/ 39 h 93"/>
                <a:gd name="T2" fmla="*/ 91 w 91"/>
                <a:gd name="T3" fmla="*/ 46 h 93"/>
                <a:gd name="T4" fmla="*/ 91 w 91"/>
                <a:gd name="T5" fmla="*/ 83 h 93"/>
                <a:gd name="T6" fmla="*/ 81 w 91"/>
                <a:gd name="T7" fmla="*/ 93 h 93"/>
                <a:gd name="T8" fmla="*/ 10 w 91"/>
                <a:gd name="T9" fmla="*/ 93 h 93"/>
                <a:gd name="T10" fmla="*/ 0 w 91"/>
                <a:gd name="T11" fmla="*/ 83 h 93"/>
                <a:gd name="T12" fmla="*/ 0 w 91"/>
                <a:gd name="T13" fmla="*/ 46 h 93"/>
                <a:gd name="T14" fmla="*/ 3 w 91"/>
                <a:gd name="T15" fmla="*/ 40 h 93"/>
                <a:gd name="T16" fmla="*/ 3 w 91"/>
                <a:gd name="T17" fmla="*/ 40 h 93"/>
                <a:gd name="T18" fmla="*/ 3 w 91"/>
                <a:gd name="T19" fmla="*/ 40 h 93"/>
                <a:gd name="T20" fmla="*/ 3 w 91"/>
                <a:gd name="T21" fmla="*/ 39 h 93"/>
                <a:gd name="T22" fmla="*/ 40 w 91"/>
                <a:gd name="T23" fmla="*/ 3 h 93"/>
                <a:gd name="T24" fmla="*/ 51 w 91"/>
                <a:gd name="T25" fmla="*/ 3 h 93"/>
                <a:gd name="T26" fmla="*/ 87 w 91"/>
                <a:gd name="T27" fmla="*/ 39 h 93"/>
                <a:gd name="T28" fmla="*/ 16 w 91"/>
                <a:gd name="T29" fmla="*/ 30 h 93"/>
                <a:gd name="T30" fmla="*/ 16 w 91"/>
                <a:gd name="T31" fmla="*/ 52 h 93"/>
                <a:gd name="T32" fmla="*/ 46 w 91"/>
                <a:gd name="T33" fmla="*/ 75 h 93"/>
                <a:gd name="T34" fmla="*/ 73 w 91"/>
                <a:gd name="T35" fmla="*/ 54 h 93"/>
                <a:gd name="T36" fmla="*/ 73 w 91"/>
                <a:gd name="T37" fmla="*/ 30 h 93"/>
                <a:gd name="T38" fmla="*/ 16 w 91"/>
                <a:gd name="T39" fmla="*/ 30 h 93"/>
                <a:gd name="T40" fmla="*/ 26 w 91"/>
                <a:gd name="T41" fmla="*/ 35 h 93"/>
                <a:gd name="T42" fmla="*/ 26 w 91"/>
                <a:gd name="T43" fmla="*/ 39 h 93"/>
                <a:gd name="T44" fmla="*/ 64 w 91"/>
                <a:gd name="T45" fmla="*/ 39 h 93"/>
                <a:gd name="T46" fmla="*/ 64 w 91"/>
                <a:gd name="T47" fmla="*/ 35 h 93"/>
                <a:gd name="T48" fmla="*/ 26 w 91"/>
                <a:gd name="T49" fmla="*/ 35 h 93"/>
                <a:gd name="T50" fmla="*/ 26 w 91"/>
                <a:gd name="T51" fmla="*/ 51 h 93"/>
                <a:gd name="T52" fmla="*/ 26 w 91"/>
                <a:gd name="T53" fmla="*/ 55 h 93"/>
                <a:gd name="T54" fmla="*/ 64 w 91"/>
                <a:gd name="T55" fmla="*/ 55 h 93"/>
                <a:gd name="T56" fmla="*/ 64 w 91"/>
                <a:gd name="T57" fmla="*/ 51 h 93"/>
                <a:gd name="T58" fmla="*/ 26 w 91"/>
                <a:gd name="T59" fmla="*/ 51 h 93"/>
                <a:gd name="T60" fmla="*/ 26 w 91"/>
                <a:gd name="T61" fmla="*/ 43 h 93"/>
                <a:gd name="T62" fmla="*/ 26 w 91"/>
                <a:gd name="T63" fmla="*/ 47 h 93"/>
                <a:gd name="T64" fmla="*/ 64 w 91"/>
                <a:gd name="T65" fmla="*/ 47 h 93"/>
                <a:gd name="T66" fmla="*/ 64 w 91"/>
                <a:gd name="T67" fmla="*/ 43 h 93"/>
                <a:gd name="T68" fmla="*/ 26 w 91"/>
                <a:gd name="T69" fmla="*/ 43 h 93"/>
                <a:gd name="T70" fmla="*/ 10 w 91"/>
                <a:gd name="T71" fmla="*/ 87 h 93"/>
                <a:gd name="T72" fmla="*/ 28 w 91"/>
                <a:gd name="T73" fmla="*/ 70 h 93"/>
                <a:gd name="T74" fmla="*/ 28 w 91"/>
                <a:gd name="T75" fmla="*/ 67 h 93"/>
                <a:gd name="T76" fmla="*/ 26 w 91"/>
                <a:gd name="T77" fmla="*/ 67 h 93"/>
                <a:gd name="T78" fmla="*/ 8 w 91"/>
                <a:gd name="T79" fmla="*/ 84 h 93"/>
                <a:gd name="T80" fmla="*/ 8 w 91"/>
                <a:gd name="T81" fmla="*/ 87 h 93"/>
                <a:gd name="T82" fmla="*/ 10 w 91"/>
                <a:gd name="T83" fmla="*/ 87 h 93"/>
                <a:gd name="T84" fmla="*/ 85 w 91"/>
                <a:gd name="T85" fmla="*/ 84 h 93"/>
                <a:gd name="T86" fmla="*/ 67 w 91"/>
                <a:gd name="T87" fmla="*/ 67 h 93"/>
                <a:gd name="T88" fmla="*/ 64 w 91"/>
                <a:gd name="T89" fmla="*/ 67 h 93"/>
                <a:gd name="T90" fmla="*/ 64 w 91"/>
                <a:gd name="T91" fmla="*/ 70 h 93"/>
                <a:gd name="T92" fmla="*/ 82 w 91"/>
                <a:gd name="T93" fmla="*/ 87 h 93"/>
                <a:gd name="T94" fmla="*/ 85 w 91"/>
                <a:gd name="T95" fmla="*/ 87 h 93"/>
                <a:gd name="T96" fmla="*/ 85 w 91"/>
                <a:gd name="T97" fmla="*/ 8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93">
                  <a:moveTo>
                    <a:pt x="87" y="39"/>
                  </a:moveTo>
                  <a:cubicBezTo>
                    <a:pt x="89" y="40"/>
                    <a:pt x="91" y="43"/>
                    <a:pt x="91" y="46"/>
                  </a:cubicBezTo>
                  <a:cubicBezTo>
                    <a:pt x="91" y="83"/>
                    <a:pt x="91" y="83"/>
                    <a:pt x="91" y="83"/>
                  </a:cubicBezTo>
                  <a:cubicBezTo>
                    <a:pt x="91" y="89"/>
                    <a:pt x="86" y="93"/>
                    <a:pt x="81" y="93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5" y="93"/>
                    <a:pt x="0" y="89"/>
                    <a:pt x="0" y="83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1" y="41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39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3" y="0"/>
                    <a:pt x="47" y="0"/>
                    <a:pt x="51" y="3"/>
                  </a:cubicBezTo>
                  <a:cubicBezTo>
                    <a:pt x="87" y="39"/>
                    <a:pt x="87" y="39"/>
                    <a:pt x="87" y="39"/>
                  </a:cubicBezTo>
                  <a:close/>
                  <a:moveTo>
                    <a:pt x="16" y="30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73" y="54"/>
                    <a:pt x="73" y="54"/>
                    <a:pt x="73" y="54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16" y="30"/>
                    <a:pt x="16" y="30"/>
                    <a:pt x="16" y="30"/>
                  </a:cubicBezTo>
                  <a:close/>
                  <a:moveTo>
                    <a:pt x="26" y="35"/>
                  </a:moveTo>
                  <a:cubicBezTo>
                    <a:pt x="26" y="39"/>
                    <a:pt x="26" y="39"/>
                    <a:pt x="26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4" y="35"/>
                    <a:pt x="64" y="35"/>
                    <a:pt x="64" y="35"/>
                  </a:cubicBezTo>
                  <a:cubicBezTo>
                    <a:pt x="26" y="35"/>
                    <a:pt x="26" y="35"/>
                    <a:pt x="26" y="35"/>
                  </a:cubicBezTo>
                  <a:close/>
                  <a:moveTo>
                    <a:pt x="26" y="51"/>
                  </a:moveTo>
                  <a:cubicBezTo>
                    <a:pt x="26" y="55"/>
                    <a:pt x="26" y="55"/>
                    <a:pt x="26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26" y="51"/>
                    <a:pt x="26" y="51"/>
                    <a:pt x="26" y="51"/>
                  </a:cubicBezTo>
                  <a:close/>
                  <a:moveTo>
                    <a:pt x="26" y="43"/>
                  </a:moveTo>
                  <a:cubicBezTo>
                    <a:pt x="26" y="47"/>
                    <a:pt x="26" y="47"/>
                    <a:pt x="26" y="47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26" y="43"/>
                    <a:pt x="26" y="43"/>
                    <a:pt x="26" y="43"/>
                  </a:cubicBezTo>
                  <a:close/>
                  <a:moveTo>
                    <a:pt x="10" y="87"/>
                  </a:moveTo>
                  <a:cubicBezTo>
                    <a:pt x="28" y="70"/>
                    <a:pt x="28" y="70"/>
                    <a:pt x="28" y="70"/>
                  </a:cubicBezTo>
                  <a:cubicBezTo>
                    <a:pt x="29" y="69"/>
                    <a:pt x="29" y="68"/>
                    <a:pt x="28" y="67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7" y="85"/>
                    <a:pt x="7" y="86"/>
                    <a:pt x="8" y="87"/>
                  </a:cubicBezTo>
                  <a:cubicBezTo>
                    <a:pt x="8" y="88"/>
                    <a:pt x="10" y="88"/>
                    <a:pt x="10" y="87"/>
                  </a:cubicBezTo>
                  <a:close/>
                  <a:moveTo>
                    <a:pt x="85" y="84"/>
                  </a:moveTo>
                  <a:cubicBezTo>
                    <a:pt x="67" y="67"/>
                    <a:pt x="67" y="67"/>
                    <a:pt x="67" y="67"/>
                  </a:cubicBezTo>
                  <a:cubicBezTo>
                    <a:pt x="66" y="66"/>
                    <a:pt x="65" y="66"/>
                    <a:pt x="64" y="67"/>
                  </a:cubicBezTo>
                  <a:cubicBezTo>
                    <a:pt x="63" y="68"/>
                    <a:pt x="63" y="69"/>
                    <a:pt x="64" y="70"/>
                  </a:cubicBezTo>
                  <a:cubicBezTo>
                    <a:pt x="82" y="87"/>
                    <a:pt x="82" y="87"/>
                    <a:pt x="82" y="87"/>
                  </a:cubicBezTo>
                  <a:cubicBezTo>
                    <a:pt x="83" y="88"/>
                    <a:pt x="84" y="88"/>
                    <a:pt x="85" y="87"/>
                  </a:cubicBezTo>
                  <a:cubicBezTo>
                    <a:pt x="85" y="86"/>
                    <a:pt x="85" y="85"/>
                    <a:pt x="85" y="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426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论文研究方法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7ED9F016-AD06-4A9A-BD61-E2E97F7B71E7}"/>
              </a:ext>
            </a:extLst>
          </p:cNvPr>
          <p:cNvSpPr/>
          <p:nvPr/>
        </p:nvSpPr>
        <p:spPr>
          <a:xfrm>
            <a:off x="0" y="3770798"/>
            <a:ext cx="12192000" cy="266258"/>
          </a:xfrm>
          <a:prstGeom prst="rect">
            <a:avLst/>
          </a:prstGeom>
          <a:solidFill>
            <a:schemeClr val="tx1">
              <a:lumMod val="95000"/>
              <a:lumOff val="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AF9ABA51-30D6-4890-A9DB-B6524FB86EC4}"/>
              </a:ext>
            </a:extLst>
          </p:cNvPr>
          <p:cNvGrpSpPr/>
          <p:nvPr/>
        </p:nvGrpSpPr>
        <p:grpSpPr>
          <a:xfrm>
            <a:off x="1160741" y="2152157"/>
            <a:ext cx="1168400" cy="1887665"/>
            <a:chOff x="1160741" y="1818332"/>
            <a:chExt cx="1168400" cy="188766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xmlns="" id="{18582971-7C72-4F96-806D-D6298DB24F80}"/>
                </a:ext>
              </a:extLst>
            </p:cNvPr>
            <p:cNvGrpSpPr/>
            <p:nvPr/>
          </p:nvGrpSpPr>
          <p:grpSpPr>
            <a:xfrm>
              <a:off x="1160741" y="1818332"/>
              <a:ext cx="1168400" cy="1887665"/>
              <a:chOff x="1568760" y="1818332"/>
              <a:chExt cx="1168400" cy="1887665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xmlns="" id="{B525A2AC-528A-4052-9CA4-C3C1E4A47B20}"/>
                  </a:ext>
                </a:extLst>
              </p:cNvPr>
              <p:cNvSpPr/>
              <p:nvPr/>
            </p:nvSpPr>
            <p:spPr>
              <a:xfrm>
                <a:off x="1568760" y="3428998"/>
                <a:ext cx="1168400" cy="276999"/>
              </a:xfrm>
              <a:prstGeom prst="rect">
                <a:avLst/>
              </a:prstGeom>
              <a:solidFill>
                <a:srgbClr val="174B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xmlns="" id="{2CEB15D9-00D6-4282-AA13-A62FC10DE6EB}"/>
                  </a:ext>
                </a:extLst>
              </p:cNvPr>
              <p:cNvSpPr/>
              <p:nvPr/>
            </p:nvSpPr>
            <p:spPr>
              <a:xfrm>
                <a:off x="1701800" y="1818332"/>
                <a:ext cx="901700" cy="1887665"/>
              </a:xfrm>
              <a:prstGeom prst="roundRect">
                <a:avLst>
                  <a:gd name="adj" fmla="val 11033"/>
                </a:avLst>
              </a:prstGeom>
              <a:solidFill>
                <a:srgbClr val="174B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xmlns="" id="{F0BA553F-3D1C-4AD9-A972-628F19151DBF}"/>
                  </a:ext>
                </a:extLst>
              </p:cNvPr>
              <p:cNvSpPr/>
              <p:nvPr/>
            </p:nvSpPr>
            <p:spPr>
              <a:xfrm>
                <a:off x="1851430" y="1984982"/>
                <a:ext cx="609711" cy="60971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F9437A65-BBD6-4E8D-BE0B-A545584DDE4E}"/>
                </a:ext>
              </a:extLst>
            </p:cNvPr>
            <p:cNvSpPr txBox="1"/>
            <p:nvPr/>
          </p:nvSpPr>
          <p:spPr>
            <a:xfrm>
              <a:off x="1344070" y="1969642"/>
              <a:ext cx="801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3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xmlns="" id="{147CDEEC-5EDA-4DD8-B4DA-188DAD612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8742" y="2824163"/>
              <a:ext cx="372396" cy="360938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D8C69A73-6610-4D5D-BAC7-1C0A9A62A122}"/>
              </a:ext>
            </a:extLst>
          </p:cNvPr>
          <p:cNvGrpSpPr/>
          <p:nvPr/>
        </p:nvGrpSpPr>
        <p:grpSpPr>
          <a:xfrm>
            <a:off x="3336271" y="3762821"/>
            <a:ext cx="1168400" cy="1887665"/>
            <a:chOff x="3336270" y="3428998"/>
            <a:chExt cx="1168400" cy="1887665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xmlns="" id="{C899BAE8-B2FF-45BF-B586-097FA1FEEFB4}"/>
                </a:ext>
              </a:extLst>
            </p:cNvPr>
            <p:cNvGrpSpPr/>
            <p:nvPr/>
          </p:nvGrpSpPr>
          <p:grpSpPr>
            <a:xfrm>
              <a:off x="3336270" y="3428998"/>
              <a:ext cx="1168400" cy="1887665"/>
              <a:chOff x="4197453" y="3428998"/>
              <a:chExt cx="1168400" cy="1887665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xmlns="" id="{1D9F72EF-F143-451D-9952-971B3D62FFA8}"/>
                  </a:ext>
                </a:extLst>
              </p:cNvPr>
              <p:cNvSpPr/>
              <p:nvPr/>
            </p:nvSpPr>
            <p:spPr>
              <a:xfrm>
                <a:off x="4197453" y="3428998"/>
                <a:ext cx="1168400" cy="276999"/>
              </a:xfrm>
              <a:prstGeom prst="rect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xmlns="" id="{6595772B-F94C-44CA-A908-AB6B6C872FA7}"/>
                  </a:ext>
                </a:extLst>
              </p:cNvPr>
              <p:cNvSpPr/>
              <p:nvPr/>
            </p:nvSpPr>
            <p:spPr>
              <a:xfrm>
                <a:off x="4330803" y="3428998"/>
                <a:ext cx="901700" cy="1887665"/>
              </a:xfrm>
              <a:prstGeom prst="roundRect">
                <a:avLst>
                  <a:gd name="adj" fmla="val 11033"/>
                </a:avLst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xmlns="" id="{FE20BD48-98BC-4A6F-823C-A984BAD464C7}"/>
                  </a:ext>
                </a:extLst>
              </p:cNvPr>
              <p:cNvSpPr/>
              <p:nvPr/>
            </p:nvSpPr>
            <p:spPr>
              <a:xfrm>
                <a:off x="4476797" y="4499930"/>
                <a:ext cx="609711" cy="60971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A089FA0F-62A7-4548-84BE-B1579F8CDD60}"/>
                </a:ext>
              </a:extLst>
            </p:cNvPr>
            <p:cNvSpPr txBox="1"/>
            <p:nvPr/>
          </p:nvSpPr>
          <p:spPr>
            <a:xfrm>
              <a:off x="3519909" y="4522102"/>
              <a:ext cx="8011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3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xmlns="" id="{9D9E6817-11C1-452B-9637-F2E5EFC3E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39985" y="3912778"/>
              <a:ext cx="405755" cy="436967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0EAFF92F-666E-4D13-A021-5463945F5122}"/>
              </a:ext>
            </a:extLst>
          </p:cNvPr>
          <p:cNvGrpSpPr/>
          <p:nvPr/>
        </p:nvGrpSpPr>
        <p:grpSpPr>
          <a:xfrm>
            <a:off x="5511799" y="2152157"/>
            <a:ext cx="1168400" cy="1887665"/>
            <a:chOff x="5511799" y="1818332"/>
            <a:chExt cx="1168400" cy="1887665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xmlns="" id="{72BEB0A4-B868-4D39-BBEB-959A0D41D26C}"/>
                </a:ext>
              </a:extLst>
            </p:cNvPr>
            <p:cNvGrpSpPr/>
            <p:nvPr/>
          </p:nvGrpSpPr>
          <p:grpSpPr>
            <a:xfrm>
              <a:off x="5511799" y="1818332"/>
              <a:ext cx="1168400" cy="1887665"/>
              <a:chOff x="6826146" y="1818332"/>
              <a:chExt cx="1168400" cy="1887665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xmlns="" id="{F61830A5-C365-41F8-9AEA-800AE105AD9D}"/>
                  </a:ext>
                </a:extLst>
              </p:cNvPr>
              <p:cNvSpPr/>
              <p:nvPr/>
            </p:nvSpPr>
            <p:spPr>
              <a:xfrm>
                <a:off x="6826146" y="3428998"/>
                <a:ext cx="1168400" cy="276999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xmlns="" id="{328EAA6F-1825-4E3A-9F84-A33C9D5ABA62}"/>
                  </a:ext>
                </a:extLst>
              </p:cNvPr>
              <p:cNvSpPr/>
              <p:nvPr/>
            </p:nvSpPr>
            <p:spPr>
              <a:xfrm>
                <a:off x="6959496" y="1818332"/>
                <a:ext cx="901700" cy="1887665"/>
              </a:xfrm>
              <a:prstGeom prst="roundRect">
                <a:avLst>
                  <a:gd name="adj" fmla="val 11033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xmlns="" id="{18411A89-F595-4BCE-9D5F-F32E359CCA95}"/>
                  </a:ext>
                </a:extLst>
              </p:cNvPr>
              <p:cNvSpPr/>
              <p:nvPr/>
            </p:nvSpPr>
            <p:spPr>
              <a:xfrm>
                <a:off x="7105490" y="1984982"/>
                <a:ext cx="609711" cy="60971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94569C88-351B-48D2-BD39-70EB7E233087}"/>
                </a:ext>
              </a:extLst>
            </p:cNvPr>
            <p:cNvSpPr txBox="1"/>
            <p:nvPr/>
          </p:nvSpPr>
          <p:spPr>
            <a:xfrm>
              <a:off x="5695439" y="1999586"/>
              <a:ext cx="8011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3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xmlns="" id="{6D57913A-568D-485D-9850-B29EA7B76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05143" y="2824163"/>
              <a:ext cx="381714" cy="425243"/>
            </a:xfrm>
            <a:prstGeom prst="rect">
              <a:avLst/>
            </a:prstGeom>
          </p:spPr>
        </p:pic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xmlns="" id="{E30F699D-A555-4A2A-87FB-776368278BB1}"/>
              </a:ext>
            </a:extLst>
          </p:cNvPr>
          <p:cNvGrpSpPr/>
          <p:nvPr/>
        </p:nvGrpSpPr>
        <p:grpSpPr>
          <a:xfrm>
            <a:off x="7687328" y="3762822"/>
            <a:ext cx="1168400" cy="1887667"/>
            <a:chOff x="7687328" y="3428998"/>
            <a:chExt cx="1168400" cy="1887667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xmlns="" id="{3D7D6D35-4B90-4175-8CD6-CF0CB65ADF45}"/>
                </a:ext>
              </a:extLst>
            </p:cNvPr>
            <p:cNvGrpSpPr/>
            <p:nvPr/>
          </p:nvGrpSpPr>
          <p:grpSpPr>
            <a:xfrm>
              <a:off x="7687328" y="3428998"/>
              <a:ext cx="1168400" cy="1887667"/>
              <a:chOff x="9454840" y="3428998"/>
              <a:chExt cx="1168400" cy="1887667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xmlns="" id="{A2E83AB9-002F-4F08-9686-247C9B7390B6}"/>
                  </a:ext>
                </a:extLst>
              </p:cNvPr>
              <p:cNvSpPr/>
              <p:nvPr/>
            </p:nvSpPr>
            <p:spPr>
              <a:xfrm>
                <a:off x="9454840" y="3428998"/>
                <a:ext cx="1168400" cy="276999"/>
              </a:xfrm>
              <a:prstGeom prst="rect">
                <a:avLst/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xmlns="" id="{77701C62-F294-45E2-89D8-2EFB58AC3F3B}"/>
                  </a:ext>
                </a:extLst>
              </p:cNvPr>
              <p:cNvSpPr/>
              <p:nvPr/>
            </p:nvSpPr>
            <p:spPr>
              <a:xfrm>
                <a:off x="9588500" y="3429000"/>
                <a:ext cx="901700" cy="1887665"/>
              </a:xfrm>
              <a:prstGeom prst="roundRect">
                <a:avLst>
                  <a:gd name="adj" fmla="val 11033"/>
                </a:avLst>
              </a:prstGeom>
              <a:solidFill>
                <a:srgbClr val="327E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xmlns="" id="{34F2D3E1-5CAD-41D3-94EC-36F7A6E1CA5D}"/>
                  </a:ext>
                </a:extLst>
              </p:cNvPr>
              <p:cNvSpPr/>
              <p:nvPr/>
            </p:nvSpPr>
            <p:spPr>
              <a:xfrm>
                <a:off x="9734184" y="4499929"/>
                <a:ext cx="609711" cy="60971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xmlns="" id="{BF4FFD25-89A2-436C-83F3-6996FCE83741}"/>
                </a:ext>
              </a:extLst>
            </p:cNvPr>
            <p:cNvSpPr txBox="1"/>
            <p:nvPr/>
          </p:nvSpPr>
          <p:spPr>
            <a:xfrm>
              <a:off x="7870967" y="4512396"/>
              <a:ext cx="8011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latin typeface="微软雅黑" pitchFamily="34" charset="-122"/>
                  <a:ea typeface="微软雅黑" pitchFamily="34" charset="-122"/>
                </a:rPr>
                <a:t>04</a:t>
              </a:r>
              <a:endParaRPr lang="zh-CN" altLang="en-US" sz="3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xmlns="" id="{29BAD156-5B00-439D-B4BE-7B401EDE6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50628" y="3912778"/>
              <a:ext cx="442421" cy="422311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34D2DDCB-A091-4F45-B7BC-859D6D711FC2}"/>
              </a:ext>
            </a:extLst>
          </p:cNvPr>
          <p:cNvGrpSpPr/>
          <p:nvPr/>
        </p:nvGrpSpPr>
        <p:grpSpPr>
          <a:xfrm>
            <a:off x="9862859" y="2152157"/>
            <a:ext cx="1168400" cy="1887665"/>
            <a:chOff x="9862859" y="1818332"/>
            <a:chExt cx="1168400" cy="1887665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xmlns="" id="{8EF9F4D6-B8B0-406C-8BCD-14BD4B34A520}"/>
                </a:ext>
              </a:extLst>
            </p:cNvPr>
            <p:cNvGrpSpPr/>
            <p:nvPr/>
          </p:nvGrpSpPr>
          <p:grpSpPr>
            <a:xfrm>
              <a:off x="9862859" y="1818332"/>
              <a:ext cx="1168400" cy="1887665"/>
              <a:chOff x="6826146" y="1818332"/>
              <a:chExt cx="1168400" cy="1887665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xmlns="" id="{C20D2ABE-2FB9-4503-8644-47F8BF95FAA9}"/>
                  </a:ext>
                </a:extLst>
              </p:cNvPr>
              <p:cNvSpPr/>
              <p:nvPr/>
            </p:nvSpPr>
            <p:spPr>
              <a:xfrm>
                <a:off x="6826146" y="3428998"/>
                <a:ext cx="1168400" cy="276999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xmlns="" id="{9E2E5A56-F968-48FA-A69B-602ADE89416E}"/>
                  </a:ext>
                </a:extLst>
              </p:cNvPr>
              <p:cNvSpPr/>
              <p:nvPr/>
            </p:nvSpPr>
            <p:spPr>
              <a:xfrm>
                <a:off x="6959496" y="1818332"/>
                <a:ext cx="901700" cy="1887665"/>
              </a:xfrm>
              <a:prstGeom prst="roundRect">
                <a:avLst>
                  <a:gd name="adj" fmla="val 11033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xmlns="" id="{12925B20-9342-45CC-816C-DE9B53BD7385}"/>
                  </a:ext>
                </a:extLst>
              </p:cNvPr>
              <p:cNvSpPr/>
              <p:nvPr/>
            </p:nvSpPr>
            <p:spPr>
              <a:xfrm>
                <a:off x="7105490" y="1984982"/>
                <a:ext cx="609711" cy="60971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D506CFB5-FC9E-49AE-8A86-A4954393EAE0}"/>
                </a:ext>
              </a:extLst>
            </p:cNvPr>
            <p:cNvSpPr txBox="1"/>
            <p:nvPr/>
          </p:nvSpPr>
          <p:spPr>
            <a:xfrm>
              <a:off x="10046808" y="2011300"/>
              <a:ext cx="8011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>
                  <a:latin typeface="微软雅黑" pitchFamily="34" charset="-122"/>
                  <a:ea typeface="微软雅黑" pitchFamily="34" charset="-122"/>
                </a:rPr>
                <a:t>05</a:t>
              </a:r>
              <a:endParaRPr lang="zh-CN" altLang="en-US" sz="3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xmlns="" id="{CE7FAB1D-30DB-4C90-89FC-83BDF5755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17084" y="2864073"/>
              <a:ext cx="259947" cy="385333"/>
            </a:xfrm>
            <a:prstGeom prst="rect">
              <a:avLst/>
            </a:prstGeom>
          </p:spPr>
        </p:pic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xmlns="" id="{8712A0F4-E48E-4FD0-A8F6-057215D2E93A}"/>
              </a:ext>
            </a:extLst>
          </p:cNvPr>
          <p:cNvGrpSpPr/>
          <p:nvPr/>
        </p:nvGrpSpPr>
        <p:grpSpPr>
          <a:xfrm>
            <a:off x="780884" y="4308709"/>
            <a:ext cx="2371489" cy="1200329"/>
            <a:chOff x="1284233" y="4377092"/>
            <a:chExt cx="2371489" cy="1200329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xmlns="" id="{86EA2844-F657-4182-8AE0-C8F61E25298E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xmlns="" id="{02A89A3D-A359-495B-B158-AFA7807485A4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xmlns="" id="{E0954B4D-5687-424F-A3D5-97D77CC3B92B}"/>
              </a:ext>
            </a:extLst>
          </p:cNvPr>
          <p:cNvGrpSpPr/>
          <p:nvPr/>
        </p:nvGrpSpPr>
        <p:grpSpPr>
          <a:xfrm>
            <a:off x="2695500" y="2363689"/>
            <a:ext cx="2371489" cy="1200329"/>
            <a:chOff x="1284233" y="4377092"/>
            <a:chExt cx="2371489" cy="1200329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2C7431DA-9790-430D-93CC-A1A707E1E6DD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xmlns="" id="{8CFA35E8-8148-459D-99F8-ED8650B1061D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20D1FD0F-0BB4-4B6D-9974-3272B0C984E1}"/>
              </a:ext>
            </a:extLst>
          </p:cNvPr>
          <p:cNvGrpSpPr/>
          <p:nvPr/>
        </p:nvGrpSpPr>
        <p:grpSpPr>
          <a:xfrm>
            <a:off x="4988673" y="4308709"/>
            <a:ext cx="2371489" cy="1200329"/>
            <a:chOff x="1284233" y="4377092"/>
            <a:chExt cx="2371489" cy="1200329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xmlns="" id="{9D33143C-A4E5-4DF2-A13E-8985AD81F37B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xmlns="" id="{DC243618-806A-4E79-8A3A-8C9B1343F46A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xmlns="" id="{9A6156CA-FA96-4A18-9209-F0A90316FD9B}"/>
              </a:ext>
            </a:extLst>
          </p:cNvPr>
          <p:cNvGrpSpPr/>
          <p:nvPr/>
        </p:nvGrpSpPr>
        <p:grpSpPr>
          <a:xfrm>
            <a:off x="7100137" y="2363689"/>
            <a:ext cx="2371489" cy="1200329"/>
            <a:chOff x="1284233" y="4377092"/>
            <a:chExt cx="2371489" cy="1200329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xmlns="" id="{35460C67-8654-4B22-AA7A-74DC68C92D73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xmlns="" id="{7A92B2AD-5A95-4501-8162-EEFD4472EA04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D5ED9551-BCAD-44B6-9274-96384211C2EE}"/>
              </a:ext>
            </a:extLst>
          </p:cNvPr>
          <p:cNvGrpSpPr/>
          <p:nvPr/>
        </p:nvGrpSpPr>
        <p:grpSpPr>
          <a:xfrm>
            <a:off x="9055997" y="4308709"/>
            <a:ext cx="2371489" cy="1200329"/>
            <a:chOff x="1284233" y="4377092"/>
            <a:chExt cx="2371489" cy="1200329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xmlns="" id="{98C0942E-B644-403E-90A3-4D73504A99FE}"/>
                </a:ext>
              </a:extLst>
            </p:cNvPr>
            <p:cNvSpPr txBox="1"/>
            <p:nvPr/>
          </p:nvSpPr>
          <p:spPr>
            <a:xfrm>
              <a:off x="1710208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xmlns="" id="{1E9A7F4E-A8DD-44BC-9512-E8BF2A917CE2}"/>
                </a:ext>
              </a:extLst>
            </p:cNvPr>
            <p:cNvSpPr txBox="1"/>
            <p:nvPr/>
          </p:nvSpPr>
          <p:spPr>
            <a:xfrm>
              <a:off x="1284233" y="4838757"/>
              <a:ext cx="23714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02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DBEB091A-523C-42A2-9B22-F94730612532}"/>
              </a:ext>
            </a:extLst>
          </p:cNvPr>
          <p:cNvGrpSpPr/>
          <p:nvPr/>
        </p:nvGrpSpPr>
        <p:grpSpPr>
          <a:xfrm>
            <a:off x="1" y="-16644"/>
            <a:ext cx="12192001" cy="6858000"/>
            <a:chOff x="0" y="-16644"/>
            <a:chExt cx="12192001" cy="685800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xmlns="" id="{605B4D56-8B3C-4C93-9DF7-23DBBB7B3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/>
          </p:blipFill>
          <p:spPr>
            <a:xfrm>
              <a:off x="0" y="-16644"/>
              <a:ext cx="12192001" cy="6858000"/>
            </a:xfrm>
            <a:prstGeom prst="rect">
              <a:avLst/>
            </a:prstGeom>
          </p:spPr>
        </p:pic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D26C1418-5146-4284-87B7-A271847AC3D6}"/>
                </a:ext>
              </a:extLst>
            </p:cNvPr>
            <p:cNvSpPr/>
            <p:nvPr/>
          </p:nvSpPr>
          <p:spPr>
            <a:xfrm>
              <a:off x="1672009" y="-16644"/>
              <a:ext cx="8847984" cy="6858000"/>
            </a:xfrm>
            <a:custGeom>
              <a:avLst/>
              <a:gdLst>
                <a:gd name="connsiteX0" fmla="*/ 1650487 w 8847984"/>
                <a:gd name="connsiteY0" fmla="*/ 0 h 6858000"/>
                <a:gd name="connsiteX1" fmla="*/ 7197497 w 8847984"/>
                <a:gd name="connsiteY1" fmla="*/ 0 h 6858000"/>
                <a:gd name="connsiteX2" fmla="*/ 7238062 w 8847984"/>
                <a:gd name="connsiteY2" fmla="*/ 31878 h 6858000"/>
                <a:gd name="connsiteX3" fmla="*/ 8847984 w 8847984"/>
                <a:gd name="connsiteY3" fmla="*/ 3445645 h 6858000"/>
                <a:gd name="connsiteX4" fmla="*/ 7398584 w 8847984"/>
                <a:gd name="connsiteY4" fmla="*/ 6720364 h 6858000"/>
                <a:gd name="connsiteX5" fmla="*/ 7239692 w 8847984"/>
                <a:gd name="connsiteY5" fmla="*/ 6858000 h 6858000"/>
                <a:gd name="connsiteX6" fmla="*/ 1608292 w 8847984"/>
                <a:gd name="connsiteY6" fmla="*/ 6858000 h 6858000"/>
                <a:gd name="connsiteX7" fmla="*/ 1449400 w 8847984"/>
                <a:gd name="connsiteY7" fmla="*/ 6720364 h 6858000"/>
                <a:gd name="connsiteX8" fmla="*/ 0 w 8847984"/>
                <a:gd name="connsiteY8" fmla="*/ 3445645 h 6858000"/>
                <a:gd name="connsiteX9" fmla="*/ 1609922 w 8847984"/>
                <a:gd name="connsiteY9" fmla="*/ 31878 h 6858000"/>
                <a:gd name="connsiteX10" fmla="*/ 1650487 w 8847984"/>
                <a:gd name="connsiteY10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7984" h="6858000">
                  <a:moveTo>
                    <a:pt x="1650487" y="0"/>
                  </a:moveTo>
                  <a:lnTo>
                    <a:pt x="7197497" y="0"/>
                  </a:lnTo>
                  <a:lnTo>
                    <a:pt x="7238062" y="31878"/>
                  </a:lnTo>
                  <a:cubicBezTo>
                    <a:pt x="8221282" y="843303"/>
                    <a:pt x="8847984" y="2071287"/>
                    <a:pt x="8847984" y="3445645"/>
                  </a:cubicBezTo>
                  <a:cubicBezTo>
                    <a:pt x="8847984" y="4743650"/>
                    <a:pt x="8288981" y="5911093"/>
                    <a:pt x="7398584" y="6720364"/>
                  </a:cubicBezTo>
                  <a:lnTo>
                    <a:pt x="7239692" y="6858000"/>
                  </a:lnTo>
                  <a:lnTo>
                    <a:pt x="1608292" y="6858000"/>
                  </a:lnTo>
                  <a:lnTo>
                    <a:pt x="1449400" y="6720364"/>
                  </a:lnTo>
                  <a:cubicBezTo>
                    <a:pt x="559003" y="5911093"/>
                    <a:pt x="0" y="4743650"/>
                    <a:pt x="0" y="3445645"/>
                  </a:cubicBezTo>
                  <a:cubicBezTo>
                    <a:pt x="0" y="2071287"/>
                    <a:pt x="626703" y="843303"/>
                    <a:pt x="1609922" y="31878"/>
                  </a:cubicBezTo>
                  <a:lnTo>
                    <a:pt x="1650487" y="0"/>
                  </a:lnTo>
                  <a:close/>
                </a:path>
              </a:pathLst>
            </a:custGeom>
            <a:solidFill>
              <a:schemeClr val="bg1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xmlns="" id="{152BA75C-8F69-4DA4-A88F-D8C98FFB1ED5}"/>
                </a:ext>
              </a:extLst>
            </p:cNvPr>
            <p:cNvSpPr/>
            <p:nvPr/>
          </p:nvSpPr>
          <p:spPr>
            <a:xfrm>
              <a:off x="0" y="-16644"/>
              <a:ext cx="3322496" cy="6858000"/>
            </a:xfrm>
            <a:custGeom>
              <a:avLst/>
              <a:gdLst>
                <a:gd name="connsiteX0" fmla="*/ 0 w 3322496"/>
                <a:gd name="connsiteY0" fmla="*/ 0 h 6858000"/>
                <a:gd name="connsiteX1" fmla="*/ 3322496 w 3322496"/>
                <a:gd name="connsiteY1" fmla="*/ 0 h 6858000"/>
                <a:gd name="connsiteX2" fmla="*/ 3281931 w 3322496"/>
                <a:gd name="connsiteY2" fmla="*/ 31878 h 6858000"/>
                <a:gd name="connsiteX3" fmla="*/ 1672009 w 3322496"/>
                <a:gd name="connsiteY3" fmla="*/ 3445645 h 6858000"/>
                <a:gd name="connsiteX4" fmla="*/ 3121409 w 3322496"/>
                <a:gd name="connsiteY4" fmla="*/ 6720364 h 6858000"/>
                <a:gd name="connsiteX5" fmla="*/ 3280301 w 3322496"/>
                <a:gd name="connsiteY5" fmla="*/ 6858000 h 6858000"/>
                <a:gd name="connsiteX6" fmla="*/ 0 w 3322496"/>
                <a:gd name="connsiteY6" fmla="*/ 6858000 h 6858000"/>
                <a:gd name="connsiteX7" fmla="*/ 0 w 3322496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6" h="6858000">
                  <a:moveTo>
                    <a:pt x="0" y="0"/>
                  </a:moveTo>
                  <a:lnTo>
                    <a:pt x="3322496" y="0"/>
                  </a:lnTo>
                  <a:lnTo>
                    <a:pt x="3281931" y="31878"/>
                  </a:lnTo>
                  <a:cubicBezTo>
                    <a:pt x="2298712" y="843303"/>
                    <a:pt x="1672009" y="2071287"/>
                    <a:pt x="1672009" y="3445645"/>
                  </a:cubicBezTo>
                  <a:cubicBezTo>
                    <a:pt x="1672009" y="4743650"/>
                    <a:pt x="2231012" y="5911093"/>
                    <a:pt x="3121409" y="6720364"/>
                  </a:cubicBezTo>
                  <a:lnTo>
                    <a:pt x="328030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algn="l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xmlns="" id="{6735530F-FDF2-44A4-A9BB-1EDFA7FB5EA1}"/>
                </a:ext>
              </a:extLst>
            </p:cNvPr>
            <p:cNvSpPr/>
            <p:nvPr/>
          </p:nvSpPr>
          <p:spPr>
            <a:xfrm>
              <a:off x="8869506" y="-16644"/>
              <a:ext cx="3322494" cy="6858000"/>
            </a:xfrm>
            <a:custGeom>
              <a:avLst/>
              <a:gdLst>
                <a:gd name="connsiteX0" fmla="*/ 0 w 3322494"/>
                <a:gd name="connsiteY0" fmla="*/ 0 h 6858000"/>
                <a:gd name="connsiteX1" fmla="*/ 3322494 w 3322494"/>
                <a:gd name="connsiteY1" fmla="*/ 0 h 6858000"/>
                <a:gd name="connsiteX2" fmla="*/ 3322494 w 3322494"/>
                <a:gd name="connsiteY2" fmla="*/ 6858000 h 6858000"/>
                <a:gd name="connsiteX3" fmla="*/ 42195 w 3322494"/>
                <a:gd name="connsiteY3" fmla="*/ 6858000 h 6858000"/>
                <a:gd name="connsiteX4" fmla="*/ 201087 w 3322494"/>
                <a:gd name="connsiteY4" fmla="*/ 6720364 h 6858000"/>
                <a:gd name="connsiteX5" fmla="*/ 1650487 w 3322494"/>
                <a:gd name="connsiteY5" fmla="*/ 3445645 h 6858000"/>
                <a:gd name="connsiteX6" fmla="*/ 40565 w 3322494"/>
                <a:gd name="connsiteY6" fmla="*/ 31878 h 6858000"/>
                <a:gd name="connsiteX7" fmla="*/ 0 w 3322494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2494" h="6858000">
                  <a:moveTo>
                    <a:pt x="0" y="0"/>
                  </a:moveTo>
                  <a:lnTo>
                    <a:pt x="3322494" y="0"/>
                  </a:lnTo>
                  <a:lnTo>
                    <a:pt x="3322494" y="6858000"/>
                  </a:lnTo>
                  <a:lnTo>
                    <a:pt x="42195" y="6858000"/>
                  </a:lnTo>
                  <a:lnTo>
                    <a:pt x="201087" y="6720364"/>
                  </a:lnTo>
                  <a:cubicBezTo>
                    <a:pt x="1091484" y="5911093"/>
                    <a:pt x="1650487" y="4743650"/>
                    <a:pt x="1650487" y="3445645"/>
                  </a:cubicBezTo>
                  <a:cubicBezTo>
                    <a:pt x="1650487" y="2071287"/>
                    <a:pt x="1023785" y="843303"/>
                    <a:pt x="40565" y="318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F00E40C0-8492-4418-991E-E673BA675021}"/>
              </a:ext>
            </a:extLst>
          </p:cNvPr>
          <p:cNvGrpSpPr/>
          <p:nvPr/>
        </p:nvGrpSpPr>
        <p:grpSpPr>
          <a:xfrm>
            <a:off x="4640524" y="836711"/>
            <a:ext cx="2909176" cy="1862048"/>
            <a:chOff x="4640524" y="692696"/>
            <a:chExt cx="2909176" cy="186204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8C81DE36-B4BC-4E3F-9038-B785D02ED7E7}"/>
                </a:ext>
              </a:extLst>
            </p:cNvPr>
            <p:cNvSpPr txBox="1"/>
            <p:nvPr/>
          </p:nvSpPr>
          <p:spPr>
            <a:xfrm>
              <a:off x="5492564" y="692696"/>
              <a:ext cx="1224136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500" dirty="0">
                  <a:solidFill>
                    <a:srgbClr val="327EC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思源宋体 CN Heavy" pitchFamily="18" charset="-122"/>
                  <a:ea typeface="思源宋体 CN Heavy" pitchFamily="18" charset="-122"/>
                </a:rPr>
                <a:t>4</a:t>
              </a:r>
              <a:endParaRPr lang="zh-CN" altLang="en-US" sz="11500" dirty="0">
                <a:solidFill>
                  <a:srgbClr val="327EC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思源宋体 CN Heavy" pitchFamily="18" charset="-122"/>
                <a:ea typeface="思源宋体 CN Heavy" pitchFamily="18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5019328C-1B77-40F7-85CA-CABD4902D548}"/>
                </a:ext>
              </a:extLst>
            </p:cNvPr>
            <p:cNvSpPr txBox="1"/>
            <p:nvPr/>
          </p:nvSpPr>
          <p:spPr>
            <a:xfrm>
              <a:off x="4640524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PART 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EEA33A83-B4A8-48D9-9FC2-DCD3F4F64EDF}"/>
                </a:ext>
              </a:extLst>
            </p:cNvPr>
            <p:cNvSpPr txBox="1"/>
            <p:nvPr/>
          </p:nvSpPr>
          <p:spPr>
            <a:xfrm>
              <a:off x="6568961" y="1484784"/>
              <a:ext cx="980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327EC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ONE</a:t>
              </a:r>
              <a:endParaRPr lang="zh-CN" altLang="en-US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9788322E-D830-48ED-B772-C72C681462E4}"/>
              </a:ext>
            </a:extLst>
          </p:cNvPr>
          <p:cNvGrpSpPr/>
          <p:nvPr/>
        </p:nvGrpSpPr>
        <p:grpSpPr>
          <a:xfrm>
            <a:off x="2518067" y="3074049"/>
            <a:ext cx="2232248" cy="288032"/>
            <a:chOff x="2639616" y="1484784"/>
            <a:chExt cx="2232248" cy="288032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xmlns="" id="{A428E6EB-46C5-46F1-99CA-6CCFD4854D87}"/>
                </a:ext>
              </a:extLst>
            </p:cNvPr>
            <p:cNvSpPr/>
            <p:nvPr/>
          </p:nvSpPr>
          <p:spPr>
            <a:xfrm flipV="1">
              <a:off x="2639616" y="1556792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9CA2C81F-3D81-4532-B382-2C7AD776E728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xmlns="" id="{6832E2BA-9902-4F8C-9D0C-7B962B1B6EE6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00190B27-F77B-40F8-806C-A75FD5533BDD}"/>
              </a:ext>
            </a:extLst>
          </p:cNvPr>
          <p:cNvGrpSpPr/>
          <p:nvPr/>
        </p:nvGrpSpPr>
        <p:grpSpPr>
          <a:xfrm rot="10800000">
            <a:off x="7549700" y="4725143"/>
            <a:ext cx="2232248" cy="288032"/>
            <a:chOff x="2639616" y="1484784"/>
            <a:chExt cx="2232248" cy="288032"/>
          </a:xfrm>
        </p:grpSpPr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xmlns="" id="{872EE171-7F07-4574-9117-0D88021BF71D}"/>
                </a:ext>
              </a:extLst>
            </p:cNvPr>
            <p:cNvSpPr/>
            <p:nvPr/>
          </p:nvSpPr>
          <p:spPr>
            <a:xfrm flipV="1">
              <a:off x="2639616" y="1601694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9A7F83BE-3D78-4D94-94D0-CA7480CA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4BCCD9F3-A8E0-43B2-86A2-A2C3AD7CEB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4EDB8BE5-BB3C-4B7E-B9CE-C8BD0F6E5F42}"/>
              </a:ext>
            </a:extLst>
          </p:cNvPr>
          <p:cNvGrpSpPr/>
          <p:nvPr/>
        </p:nvGrpSpPr>
        <p:grpSpPr>
          <a:xfrm>
            <a:off x="2930723" y="3478994"/>
            <a:ext cx="6330557" cy="1102135"/>
            <a:chOff x="2930722" y="3334977"/>
            <a:chExt cx="6330557" cy="110213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F5736F1A-04FE-49AB-95AF-BB57CC961125}"/>
                </a:ext>
              </a:extLst>
            </p:cNvPr>
            <p:cNvSpPr txBox="1"/>
            <p:nvPr/>
          </p:nvSpPr>
          <p:spPr>
            <a:xfrm>
              <a:off x="3041650" y="3334977"/>
              <a:ext cx="61087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论文主要结论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16A956A5-48B4-4678-9C48-FF658E18CE00}"/>
                </a:ext>
              </a:extLst>
            </p:cNvPr>
            <p:cNvSpPr txBox="1"/>
            <p:nvPr/>
          </p:nvSpPr>
          <p:spPr>
            <a:xfrm>
              <a:off x="2930722" y="4221668"/>
              <a:ext cx="63305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00" dirty="0">
                  <a:latin typeface="思源宋体 CN Heavy" pitchFamily="18" charset="-122"/>
                  <a:ea typeface="思源宋体 CN Heavy" pitchFamily="18" charset="-122"/>
                </a:rPr>
                <a:t>BACKGROUND OF TOPIC SELECTION</a:t>
              </a:r>
              <a:endParaRPr lang="zh-CN" altLang="en-US" sz="800" dirty="0">
                <a:latin typeface="思源宋体 CN Heavy" pitchFamily="18" charset="-122"/>
                <a:ea typeface="思源宋体 CN Heavy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210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论文主要结论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7BFEEDA5-ED10-4A8E-B3B6-7FC90382D6A7}"/>
              </a:ext>
            </a:extLst>
          </p:cNvPr>
          <p:cNvGrpSpPr/>
          <p:nvPr/>
        </p:nvGrpSpPr>
        <p:grpSpPr>
          <a:xfrm>
            <a:off x="1200303" y="1956833"/>
            <a:ext cx="4315817" cy="1637377"/>
            <a:chOff x="1301902" y="2101874"/>
            <a:chExt cx="4315817" cy="1637377"/>
          </a:xfrm>
        </p:grpSpPr>
        <p:sp>
          <p:nvSpPr>
            <p:cNvPr id="10" name="圆角矩形 6">
              <a:extLst>
                <a:ext uri="{FF2B5EF4-FFF2-40B4-BE49-F238E27FC236}">
                  <a16:creationId xmlns:a16="http://schemas.microsoft.com/office/drawing/2014/main" xmlns="" id="{50814BD9-7885-4FDE-A1A5-D46CFEBBF006}"/>
                </a:ext>
              </a:extLst>
            </p:cNvPr>
            <p:cNvSpPr/>
            <p:nvPr/>
          </p:nvSpPr>
          <p:spPr>
            <a:xfrm>
              <a:off x="1301902" y="2101874"/>
              <a:ext cx="4315817" cy="1637377"/>
            </a:xfrm>
            <a:custGeom>
              <a:avLst/>
              <a:gdLst>
                <a:gd name="connsiteX0" fmla="*/ 1289248 w 5969768"/>
                <a:gd name="connsiteY0" fmla="*/ 0 h 1872208"/>
                <a:gd name="connsiteX1" fmla="*/ 5346173 w 5969768"/>
                <a:gd name="connsiteY1" fmla="*/ 0 h 1872208"/>
                <a:gd name="connsiteX2" fmla="*/ 5969768 w 5969768"/>
                <a:gd name="connsiteY2" fmla="*/ 623595 h 1872208"/>
                <a:gd name="connsiteX3" fmla="*/ 5969768 w 5969768"/>
                <a:gd name="connsiteY3" fmla="*/ 1248613 h 1872208"/>
                <a:gd name="connsiteX4" fmla="*/ 5346173 w 5969768"/>
                <a:gd name="connsiteY4" fmla="*/ 1872208 h 1872208"/>
                <a:gd name="connsiteX5" fmla="*/ 1368152 w 5969768"/>
                <a:gd name="connsiteY5" fmla="*/ 1872208 h 1872208"/>
                <a:gd name="connsiteX6" fmla="*/ 1289248 w 5969768"/>
                <a:gd name="connsiteY6" fmla="*/ 1872208 h 1872208"/>
                <a:gd name="connsiteX7" fmla="*/ 407735 w 5969768"/>
                <a:gd name="connsiteY7" fmla="*/ 1872208 h 1872208"/>
                <a:gd name="connsiteX8" fmla="*/ 0 w 5969768"/>
                <a:gd name="connsiteY8" fmla="*/ 1464473 h 1872208"/>
                <a:gd name="connsiteX9" fmla="*/ 0 w 5969768"/>
                <a:gd name="connsiteY9" fmla="*/ 1055807 h 1872208"/>
                <a:gd name="connsiteX10" fmla="*/ 407735 w 5969768"/>
                <a:gd name="connsiteY10" fmla="*/ 648072 h 1872208"/>
                <a:gd name="connsiteX11" fmla="*/ 1368152 w 5969768"/>
                <a:gd name="connsiteY11" fmla="*/ 648072 h 1872208"/>
                <a:gd name="connsiteX12" fmla="*/ 1368152 w 5969768"/>
                <a:gd name="connsiteY12" fmla="*/ 850487 h 1872208"/>
                <a:gd name="connsiteX13" fmla="*/ 488918 w 5969768"/>
                <a:gd name="connsiteY13" fmla="*/ 850487 h 1872208"/>
                <a:gd name="connsiteX14" fmla="*/ 216024 w 5969768"/>
                <a:gd name="connsiteY14" fmla="*/ 1123381 h 1872208"/>
                <a:gd name="connsiteX15" fmla="*/ 216024 w 5969768"/>
                <a:gd name="connsiteY15" fmla="*/ 1396898 h 1872208"/>
                <a:gd name="connsiteX16" fmla="*/ 488918 w 5969768"/>
                <a:gd name="connsiteY16" fmla="*/ 1669792 h 1872208"/>
                <a:gd name="connsiteX17" fmla="*/ 1368152 w 5969768"/>
                <a:gd name="connsiteY17" fmla="*/ 1669792 h 1872208"/>
                <a:gd name="connsiteX18" fmla="*/ 1368152 w 5969768"/>
                <a:gd name="connsiteY18" fmla="*/ 1670095 h 1872208"/>
                <a:gd name="connsiteX19" fmla="*/ 5264789 w 5969768"/>
                <a:gd name="connsiteY19" fmla="*/ 1670095 h 1872208"/>
                <a:gd name="connsiteX20" fmla="*/ 5753744 w 5969768"/>
                <a:gd name="connsiteY20" fmla="*/ 1181140 h 1872208"/>
                <a:gd name="connsiteX21" fmla="*/ 5753744 w 5969768"/>
                <a:gd name="connsiteY21" fmla="*/ 691068 h 1872208"/>
                <a:gd name="connsiteX22" fmla="*/ 5264789 w 5969768"/>
                <a:gd name="connsiteY22" fmla="*/ 202113 h 1872208"/>
                <a:gd name="connsiteX23" fmla="*/ 1289248 w 5969768"/>
                <a:gd name="connsiteY23" fmla="*/ 202113 h 1872208"/>
                <a:gd name="connsiteX24" fmla="*/ 1288082 w 5969768"/>
                <a:gd name="connsiteY24" fmla="*/ 80739 h 1872208"/>
                <a:gd name="connsiteX25" fmla="*/ 1289248 w 5969768"/>
                <a:gd name="connsiteY25" fmla="*/ 0 h 1872208"/>
                <a:gd name="connsiteX0-1" fmla="*/ 1289248 w 5969768"/>
                <a:gd name="connsiteY0-2" fmla="*/ 0 h 1872208"/>
                <a:gd name="connsiteX1-3" fmla="*/ 5346173 w 5969768"/>
                <a:gd name="connsiteY1-4" fmla="*/ 0 h 1872208"/>
                <a:gd name="connsiteX2-5" fmla="*/ 5969768 w 5969768"/>
                <a:gd name="connsiteY2-6" fmla="*/ 623595 h 1872208"/>
                <a:gd name="connsiteX3-7" fmla="*/ 5969768 w 5969768"/>
                <a:gd name="connsiteY3-8" fmla="*/ 1248613 h 1872208"/>
                <a:gd name="connsiteX4-9" fmla="*/ 5346173 w 5969768"/>
                <a:gd name="connsiteY4-10" fmla="*/ 1872208 h 1872208"/>
                <a:gd name="connsiteX5-11" fmla="*/ 1368152 w 5969768"/>
                <a:gd name="connsiteY5-12" fmla="*/ 1872208 h 1872208"/>
                <a:gd name="connsiteX6-13" fmla="*/ 1289248 w 5969768"/>
                <a:gd name="connsiteY6-14" fmla="*/ 1872208 h 1872208"/>
                <a:gd name="connsiteX7-15" fmla="*/ 407735 w 5969768"/>
                <a:gd name="connsiteY7-16" fmla="*/ 1872208 h 1872208"/>
                <a:gd name="connsiteX8-17" fmla="*/ 0 w 5969768"/>
                <a:gd name="connsiteY8-18" fmla="*/ 1464473 h 1872208"/>
                <a:gd name="connsiteX9-19" fmla="*/ 0 w 5969768"/>
                <a:gd name="connsiteY9-20" fmla="*/ 1055807 h 1872208"/>
                <a:gd name="connsiteX10-21" fmla="*/ 407735 w 5969768"/>
                <a:gd name="connsiteY10-22" fmla="*/ 648072 h 1872208"/>
                <a:gd name="connsiteX11-23" fmla="*/ 1368152 w 5969768"/>
                <a:gd name="connsiteY11-24" fmla="*/ 648072 h 1872208"/>
                <a:gd name="connsiteX12-25" fmla="*/ 1368152 w 5969768"/>
                <a:gd name="connsiteY12-26" fmla="*/ 850487 h 1872208"/>
                <a:gd name="connsiteX13-27" fmla="*/ 488918 w 5969768"/>
                <a:gd name="connsiteY13-28" fmla="*/ 850487 h 1872208"/>
                <a:gd name="connsiteX14-29" fmla="*/ 216024 w 5969768"/>
                <a:gd name="connsiteY14-30" fmla="*/ 1123381 h 1872208"/>
                <a:gd name="connsiteX15-31" fmla="*/ 216024 w 5969768"/>
                <a:gd name="connsiteY15-32" fmla="*/ 1396898 h 1872208"/>
                <a:gd name="connsiteX16-33" fmla="*/ 488918 w 5969768"/>
                <a:gd name="connsiteY16-34" fmla="*/ 1669792 h 1872208"/>
                <a:gd name="connsiteX17-35" fmla="*/ 1368152 w 5969768"/>
                <a:gd name="connsiteY17-36" fmla="*/ 1669792 h 1872208"/>
                <a:gd name="connsiteX18-37" fmla="*/ 1368152 w 5969768"/>
                <a:gd name="connsiteY18-38" fmla="*/ 1670095 h 1872208"/>
                <a:gd name="connsiteX19-39" fmla="*/ 5264789 w 5969768"/>
                <a:gd name="connsiteY19-40" fmla="*/ 1670095 h 1872208"/>
                <a:gd name="connsiteX20-41" fmla="*/ 5753744 w 5969768"/>
                <a:gd name="connsiteY20-42" fmla="*/ 1181140 h 1872208"/>
                <a:gd name="connsiteX21-43" fmla="*/ 5753744 w 5969768"/>
                <a:gd name="connsiteY21-44" fmla="*/ 691068 h 1872208"/>
                <a:gd name="connsiteX22-45" fmla="*/ 5264789 w 5969768"/>
                <a:gd name="connsiteY22-46" fmla="*/ 202113 h 1872208"/>
                <a:gd name="connsiteX23-47" fmla="*/ 1289248 w 5969768"/>
                <a:gd name="connsiteY23-48" fmla="*/ 202113 h 1872208"/>
                <a:gd name="connsiteX24-49" fmla="*/ 1421432 w 5969768"/>
                <a:gd name="connsiteY24-50" fmla="*/ 109314 h 1872208"/>
                <a:gd name="connsiteX25-51" fmla="*/ 1289248 w 5969768"/>
                <a:gd name="connsiteY25-5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</a:cxnLst>
              <a:rect l="l" t="t" r="r" b="b"/>
              <a:pathLst>
                <a:path w="5969768" h="1872208">
                  <a:moveTo>
                    <a:pt x="1289248" y="0"/>
                  </a:moveTo>
                  <a:lnTo>
                    <a:pt x="5346173" y="0"/>
                  </a:lnTo>
                  <a:cubicBezTo>
                    <a:pt x="5690575" y="0"/>
                    <a:pt x="5969768" y="279193"/>
                    <a:pt x="5969768" y="623595"/>
                  </a:cubicBezTo>
                  <a:lnTo>
                    <a:pt x="5969768" y="1248613"/>
                  </a:lnTo>
                  <a:cubicBezTo>
                    <a:pt x="5969768" y="1593015"/>
                    <a:pt x="5690575" y="1872208"/>
                    <a:pt x="5346173" y="1872208"/>
                  </a:cubicBezTo>
                  <a:lnTo>
                    <a:pt x="1368152" y="1872208"/>
                  </a:lnTo>
                  <a:lnTo>
                    <a:pt x="1289248" y="1872208"/>
                  </a:lnTo>
                  <a:lnTo>
                    <a:pt x="407735" y="1872208"/>
                  </a:lnTo>
                  <a:cubicBezTo>
                    <a:pt x="182549" y="1872208"/>
                    <a:pt x="0" y="1689659"/>
                    <a:pt x="0" y="1464473"/>
                  </a:cubicBezTo>
                  <a:lnTo>
                    <a:pt x="0" y="1055807"/>
                  </a:lnTo>
                  <a:cubicBezTo>
                    <a:pt x="0" y="830621"/>
                    <a:pt x="182549" y="648072"/>
                    <a:pt x="407735" y="648072"/>
                  </a:cubicBezTo>
                  <a:lnTo>
                    <a:pt x="1368152" y="648072"/>
                  </a:lnTo>
                  <a:lnTo>
                    <a:pt x="1368152" y="850487"/>
                  </a:lnTo>
                  <a:lnTo>
                    <a:pt x="488918" y="850487"/>
                  </a:lnTo>
                  <a:cubicBezTo>
                    <a:pt x="338203" y="850487"/>
                    <a:pt x="216024" y="972666"/>
                    <a:pt x="216024" y="1123381"/>
                  </a:cubicBezTo>
                  <a:lnTo>
                    <a:pt x="216024" y="1396898"/>
                  </a:lnTo>
                  <a:cubicBezTo>
                    <a:pt x="216024" y="1547613"/>
                    <a:pt x="338203" y="1669792"/>
                    <a:pt x="488918" y="1669792"/>
                  </a:cubicBezTo>
                  <a:lnTo>
                    <a:pt x="1368152" y="1669792"/>
                  </a:lnTo>
                  <a:lnTo>
                    <a:pt x="1368152" y="1670095"/>
                  </a:lnTo>
                  <a:lnTo>
                    <a:pt x="5264789" y="1670095"/>
                  </a:lnTo>
                  <a:cubicBezTo>
                    <a:pt x="5534831" y="1670095"/>
                    <a:pt x="5753744" y="1451182"/>
                    <a:pt x="5753744" y="1181140"/>
                  </a:cubicBezTo>
                  <a:lnTo>
                    <a:pt x="5753744" y="691068"/>
                  </a:lnTo>
                  <a:cubicBezTo>
                    <a:pt x="5753744" y="421026"/>
                    <a:pt x="5534831" y="202113"/>
                    <a:pt x="5264789" y="202113"/>
                  </a:cubicBezTo>
                  <a:lnTo>
                    <a:pt x="1289248" y="202113"/>
                  </a:lnTo>
                  <a:cubicBezTo>
                    <a:pt x="1288859" y="161655"/>
                    <a:pt x="1421821" y="149772"/>
                    <a:pt x="1421432" y="109314"/>
                  </a:cubicBezTo>
                  <a:cubicBezTo>
                    <a:pt x="1421821" y="82401"/>
                    <a:pt x="1288859" y="26913"/>
                    <a:pt x="1289248" y="0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 algn="ctr">
              <a:solidFill>
                <a:sysClr val="window" lastClr="FFFFFF"/>
              </a:solidFill>
              <a:prstDash val="solid"/>
            </a:ln>
            <a:effectLst>
              <a:outerShdw blurRad="190500" sx="101000" sy="101000" algn="ctr" rotWithShape="0">
                <a:prstClr val="black">
                  <a:alpha val="40000"/>
                </a:prstClr>
              </a:outerShdw>
            </a:effectLst>
          </p:spPr>
          <p:txBody>
            <a:bodyPr lIns="91281" tIns="45641" rIns="91281" bIns="45641" rtlCol="0" anchor="ctr"/>
            <a:lstStyle/>
            <a:p>
              <a:pPr algn="ctr" defTabSz="123855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38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文本框 14">
              <a:extLst>
                <a:ext uri="{FF2B5EF4-FFF2-40B4-BE49-F238E27FC236}">
                  <a16:creationId xmlns:a16="http://schemas.microsoft.com/office/drawing/2014/main" xmlns="" id="{3892A938-8FF2-40E0-9266-CF9145E02472}"/>
                </a:ext>
              </a:extLst>
            </p:cNvPr>
            <p:cNvSpPr txBox="1"/>
            <p:nvPr/>
          </p:nvSpPr>
          <p:spPr>
            <a:xfrm>
              <a:off x="1538514" y="2920561"/>
              <a:ext cx="711201" cy="592439"/>
            </a:xfrm>
            <a:prstGeom prst="rect">
              <a:avLst/>
            </a:prstGeom>
            <a:noFill/>
          </p:spPr>
          <p:txBody>
            <a:bodyPr wrap="square" lIns="91281" tIns="45641" rIns="91281" bIns="45641" rtlCol="0">
              <a:spAutoFit/>
            </a:bodyPr>
            <a:lstStyle/>
            <a:p>
              <a:pPr defTabSz="123855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51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325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FD946894-6AC6-4B1A-8BE1-3CC0E179D2D2}"/>
                </a:ext>
              </a:extLst>
            </p:cNvPr>
            <p:cNvSpPr txBox="1"/>
            <p:nvPr/>
          </p:nvSpPr>
          <p:spPr>
            <a:xfrm>
              <a:off x="2537246" y="2463612"/>
              <a:ext cx="1808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D64D4853-0D2C-4ECB-9F76-51D10AB7C77F}"/>
                </a:ext>
              </a:extLst>
            </p:cNvPr>
            <p:cNvSpPr txBox="1"/>
            <p:nvPr/>
          </p:nvSpPr>
          <p:spPr>
            <a:xfrm>
              <a:off x="2537246" y="2888730"/>
              <a:ext cx="2492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400" dirty="0">
                  <a:latin typeface="微软雅黑" pitchFamily="34" charset="-122"/>
                  <a:ea typeface="微软雅黑" pitchFamily="34" charset="-122"/>
                </a:rPr>
                <a:t>单击此处添加标题内容，内容要与标题相符。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EF8611C2-17E6-4CB4-809B-A91FE82585AA}"/>
              </a:ext>
            </a:extLst>
          </p:cNvPr>
          <p:cNvGrpSpPr/>
          <p:nvPr/>
        </p:nvGrpSpPr>
        <p:grpSpPr>
          <a:xfrm>
            <a:off x="6472682" y="1956833"/>
            <a:ext cx="4315817" cy="1637377"/>
            <a:chOff x="6574281" y="2101874"/>
            <a:chExt cx="4315817" cy="1637377"/>
          </a:xfrm>
        </p:grpSpPr>
        <p:sp>
          <p:nvSpPr>
            <p:cNvPr id="15" name="圆角矩形 6">
              <a:extLst>
                <a:ext uri="{FF2B5EF4-FFF2-40B4-BE49-F238E27FC236}">
                  <a16:creationId xmlns:a16="http://schemas.microsoft.com/office/drawing/2014/main" xmlns="" id="{03673CE8-4D6F-49CF-A0BE-62FA5CA7D26D}"/>
                </a:ext>
              </a:extLst>
            </p:cNvPr>
            <p:cNvSpPr/>
            <p:nvPr/>
          </p:nvSpPr>
          <p:spPr>
            <a:xfrm>
              <a:off x="6574281" y="2101874"/>
              <a:ext cx="4315817" cy="1637377"/>
            </a:xfrm>
            <a:custGeom>
              <a:avLst/>
              <a:gdLst>
                <a:gd name="connsiteX0" fmla="*/ 1289248 w 5969768"/>
                <a:gd name="connsiteY0" fmla="*/ 0 h 1872208"/>
                <a:gd name="connsiteX1" fmla="*/ 5346173 w 5969768"/>
                <a:gd name="connsiteY1" fmla="*/ 0 h 1872208"/>
                <a:gd name="connsiteX2" fmla="*/ 5969768 w 5969768"/>
                <a:gd name="connsiteY2" fmla="*/ 623595 h 1872208"/>
                <a:gd name="connsiteX3" fmla="*/ 5969768 w 5969768"/>
                <a:gd name="connsiteY3" fmla="*/ 1248613 h 1872208"/>
                <a:gd name="connsiteX4" fmla="*/ 5346173 w 5969768"/>
                <a:gd name="connsiteY4" fmla="*/ 1872208 h 1872208"/>
                <a:gd name="connsiteX5" fmla="*/ 1368152 w 5969768"/>
                <a:gd name="connsiteY5" fmla="*/ 1872208 h 1872208"/>
                <a:gd name="connsiteX6" fmla="*/ 1289248 w 5969768"/>
                <a:gd name="connsiteY6" fmla="*/ 1872208 h 1872208"/>
                <a:gd name="connsiteX7" fmla="*/ 407735 w 5969768"/>
                <a:gd name="connsiteY7" fmla="*/ 1872208 h 1872208"/>
                <a:gd name="connsiteX8" fmla="*/ 0 w 5969768"/>
                <a:gd name="connsiteY8" fmla="*/ 1464473 h 1872208"/>
                <a:gd name="connsiteX9" fmla="*/ 0 w 5969768"/>
                <a:gd name="connsiteY9" fmla="*/ 1055807 h 1872208"/>
                <a:gd name="connsiteX10" fmla="*/ 407735 w 5969768"/>
                <a:gd name="connsiteY10" fmla="*/ 648072 h 1872208"/>
                <a:gd name="connsiteX11" fmla="*/ 1368152 w 5969768"/>
                <a:gd name="connsiteY11" fmla="*/ 648072 h 1872208"/>
                <a:gd name="connsiteX12" fmla="*/ 1368152 w 5969768"/>
                <a:gd name="connsiteY12" fmla="*/ 850487 h 1872208"/>
                <a:gd name="connsiteX13" fmla="*/ 488918 w 5969768"/>
                <a:gd name="connsiteY13" fmla="*/ 850487 h 1872208"/>
                <a:gd name="connsiteX14" fmla="*/ 216024 w 5969768"/>
                <a:gd name="connsiteY14" fmla="*/ 1123381 h 1872208"/>
                <a:gd name="connsiteX15" fmla="*/ 216024 w 5969768"/>
                <a:gd name="connsiteY15" fmla="*/ 1396898 h 1872208"/>
                <a:gd name="connsiteX16" fmla="*/ 488918 w 5969768"/>
                <a:gd name="connsiteY16" fmla="*/ 1669792 h 1872208"/>
                <a:gd name="connsiteX17" fmla="*/ 1368152 w 5969768"/>
                <a:gd name="connsiteY17" fmla="*/ 1669792 h 1872208"/>
                <a:gd name="connsiteX18" fmla="*/ 1368152 w 5969768"/>
                <a:gd name="connsiteY18" fmla="*/ 1670095 h 1872208"/>
                <a:gd name="connsiteX19" fmla="*/ 5264789 w 5969768"/>
                <a:gd name="connsiteY19" fmla="*/ 1670095 h 1872208"/>
                <a:gd name="connsiteX20" fmla="*/ 5753744 w 5969768"/>
                <a:gd name="connsiteY20" fmla="*/ 1181140 h 1872208"/>
                <a:gd name="connsiteX21" fmla="*/ 5753744 w 5969768"/>
                <a:gd name="connsiteY21" fmla="*/ 691068 h 1872208"/>
                <a:gd name="connsiteX22" fmla="*/ 5264789 w 5969768"/>
                <a:gd name="connsiteY22" fmla="*/ 202113 h 1872208"/>
                <a:gd name="connsiteX23" fmla="*/ 1289248 w 5969768"/>
                <a:gd name="connsiteY23" fmla="*/ 202113 h 1872208"/>
                <a:gd name="connsiteX24" fmla="*/ 1288082 w 5969768"/>
                <a:gd name="connsiteY24" fmla="*/ 80739 h 1872208"/>
                <a:gd name="connsiteX25" fmla="*/ 1289248 w 5969768"/>
                <a:gd name="connsiteY25" fmla="*/ 0 h 1872208"/>
                <a:gd name="connsiteX0-1" fmla="*/ 1289248 w 5969768"/>
                <a:gd name="connsiteY0-2" fmla="*/ 0 h 1872208"/>
                <a:gd name="connsiteX1-3" fmla="*/ 5346173 w 5969768"/>
                <a:gd name="connsiteY1-4" fmla="*/ 0 h 1872208"/>
                <a:gd name="connsiteX2-5" fmla="*/ 5969768 w 5969768"/>
                <a:gd name="connsiteY2-6" fmla="*/ 623595 h 1872208"/>
                <a:gd name="connsiteX3-7" fmla="*/ 5969768 w 5969768"/>
                <a:gd name="connsiteY3-8" fmla="*/ 1248613 h 1872208"/>
                <a:gd name="connsiteX4-9" fmla="*/ 5346173 w 5969768"/>
                <a:gd name="connsiteY4-10" fmla="*/ 1872208 h 1872208"/>
                <a:gd name="connsiteX5-11" fmla="*/ 1368152 w 5969768"/>
                <a:gd name="connsiteY5-12" fmla="*/ 1872208 h 1872208"/>
                <a:gd name="connsiteX6-13" fmla="*/ 1289248 w 5969768"/>
                <a:gd name="connsiteY6-14" fmla="*/ 1872208 h 1872208"/>
                <a:gd name="connsiteX7-15" fmla="*/ 407735 w 5969768"/>
                <a:gd name="connsiteY7-16" fmla="*/ 1872208 h 1872208"/>
                <a:gd name="connsiteX8-17" fmla="*/ 0 w 5969768"/>
                <a:gd name="connsiteY8-18" fmla="*/ 1464473 h 1872208"/>
                <a:gd name="connsiteX9-19" fmla="*/ 0 w 5969768"/>
                <a:gd name="connsiteY9-20" fmla="*/ 1055807 h 1872208"/>
                <a:gd name="connsiteX10-21" fmla="*/ 407735 w 5969768"/>
                <a:gd name="connsiteY10-22" fmla="*/ 648072 h 1872208"/>
                <a:gd name="connsiteX11-23" fmla="*/ 1368152 w 5969768"/>
                <a:gd name="connsiteY11-24" fmla="*/ 648072 h 1872208"/>
                <a:gd name="connsiteX12-25" fmla="*/ 1368152 w 5969768"/>
                <a:gd name="connsiteY12-26" fmla="*/ 850487 h 1872208"/>
                <a:gd name="connsiteX13-27" fmla="*/ 488918 w 5969768"/>
                <a:gd name="connsiteY13-28" fmla="*/ 850487 h 1872208"/>
                <a:gd name="connsiteX14-29" fmla="*/ 216024 w 5969768"/>
                <a:gd name="connsiteY14-30" fmla="*/ 1123381 h 1872208"/>
                <a:gd name="connsiteX15-31" fmla="*/ 216024 w 5969768"/>
                <a:gd name="connsiteY15-32" fmla="*/ 1396898 h 1872208"/>
                <a:gd name="connsiteX16-33" fmla="*/ 488918 w 5969768"/>
                <a:gd name="connsiteY16-34" fmla="*/ 1669792 h 1872208"/>
                <a:gd name="connsiteX17-35" fmla="*/ 1368152 w 5969768"/>
                <a:gd name="connsiteY17-36" fmla="*/ 1669792 h 1872208"/>
                <a:gd name="connsiteX18-37" fmla="*/ 1368152 w 5969768"/>
                <a:gd name="connsiteY18-38" fmla="*/ 1670095 h 1872208"/>
                <a:gd name="connsiteX19-39" fmla="*/ 5264789 w 5969768"/>
                <a:gd name="connsiteY19-40" fmla="*/ 1670095 h 1872208"/>
                <a:gd name="connsiteX20-41" fmla="*/ 5753744 w 5969768"/>
                <a:gd name="connsiteY20-42" fmla="*/ 1181140 h 1872208"/>
                <a:gd name="connsiteX21-43" fmla="*/ 5753744 w 5969768"/>
                <a:gd name="connsiteY21-44" fmla="*/ 691068 h 1872208"/>
                <a:gd name="connsiteX22-45" fmla="*/ 5264789 w 5969768"/>
                <a:gd name="connsiteY22-46" fmla="*/ 202113 h 1872208"/>
                <a:gd name="connsiteX23-47" fmla="*/ 1289248 w 5969768"/>
                <a:gd name="connsiteY23-48" fmla="*/ 202113 h 1872208"/>
                <a:gd name="connsiteX24-49" fmla="*/ 1421432 w 5969768"/>
                <a:gd name="connsiteY24-50" fmla="*/ 109314 h 1872208"/>
                <a:gd name="connsiteX25-51" fmla="*/ 1289248 w 5969768"/>
                <a:gd name="connsiteY25-5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</a:cxnLst>
              <a:rect l="l" t="t" r="r" b="b"/>
              <a:pathLst>
                <a:path w="5969768" h="1872208">
                  <a:moveTo>
                    <a:pt x="1289248" y="0"/>
                  </a:moveTo>
                  <a:lnTo>
                    <a:pt x="5346173" y="0"/>
                  </a:lnTo>
                  <a:cubicBezTo>
                    <a:pt x="5690575" y="0"/>
                    <a:pt x="5969768" y="279193"/>
                    <a:pt x="5969768" y="623595"/>
                  </a:cubicBezTo>
                  <a:lnTo>
                    <a:pt x="5969768" y="1248613"/>
                  </a:lnTo>
                  <a:cubicBezTo>
                    <a:pt x="5969768" y="1593015"/>
                    <a:pt x="5690575" y="1872208"/>
                    <a:pt x="5346173" y="1872208"/>
                  </a:cubicBezTo>
                  <a:lnTo>
                    <a:pt x="1368152" y="1872208"/>
                  </a:lnTo>
                  <a:lnTo>
                    <a:pt x="1289248" y="1872208"/>
                  </a:lnTo>
                  <a:lnTo>
                    <a:pt x="407735" y="1872208"/>
                  </a:lnTo>
                  <a:cubicBezTo>
                    <a:pt x="182549" y="1872208"/>
                    <a:pt x="0" y="1689659"/>
                    <a:pt x="0" y="1464473"/>
                  </a:cubicBezTo>
                  <a:lnTo>
                    <a:pt x="0" y="1055807"/>
                  </a:lnTo>
                  <a:cubicBezTo>
                    <a:pt x="0" y="830621"/>
                    <a:pt x="182549" y="648072"/>
                    <a:pt x="407735" y="648072"/>
                  </a:cubicBezTo>
                  <a:lnTo>
                    <a:pt x="1368152" y="648072"/>
                  </a:lnTo>
                  <a:lnTo>
                    <a:pt x="1368152" y="850487"/>
                  </a:lnTo>
                  <a:lnTo>
                    <a:pt x="488918" y="850487"/>
                  </a:lnTo>
                  <a:cubicBezTo>
                    <a:pt x="338203" y="850487"/>
                    <a:pt x="216024" y="972666"/>
                    <a:pt x="216024" y="1123381"/>
                  </a:cubicBezTo>
                  <a:lnTo>
                    <a:pt x="216024" y="1396898"/>
                  </a:lnTo>
                  <a:cubicBezTo>
                    <a:pt x="216024" y="1547613"/>
                    <a:pt x="338203" y="1669792"/>
                    <a:pt x="488918" y="1669792"/>
                  </a:cubicBezTo>
                  <a:lnTo>
                    <a:pt x="1368152" y="1669792"/>
                  </a:lnTo>
                  <a:lnTo>
                    <a:pt x="1368152" y="1670095"/>
                  </a:lnTo>
                  <a:lnTo>
                    <a:pt x="5264789" y="1670095"/>
                  </a:lnTo>
                  <a:cubicBezTo>
                    <a:pt x="5534831" y="1670095"/>
                    <a:pt x="5753744" y="1451182"/>
                    <a:pt x="5753744" y="1181140"/>
                  </a:cubicBezTo>
                  <a:lnTo>
                    <a:pt x="5753744" y="691068"/>
                  </a:lnTo>
                  <a:cubicBezTo>
                    <a:pt x="5753744" y="421026"/>
                    <a:pt x="5534831" y="202113"/>
                    <a:pt x="5264789" y="202113"/>
                  </a:cubicBezTo>
                  <a:lnTo>
                    <a:pt x="1289248" y="202113"/>
                  </a:lnTo>
                  <a:cubicBezTo>
                    <a:pt x="1288859" y="161655"/>
                    <a:pt x="1421821" y="149772"/>
                    <a:pt x="1421432" y="109314"/>
                  </a:cubicBezTo>
                  <a:cubicBezTo>
                    <a:pt x="1421821" y="82401"/>
                    <a:pt x="1288859" y="26913"/>
                    <a:pt x="1289248" y="0"/>
                  </a:cubicBezTo>
                  <a:close/>
                </a:path>
              </a:pathLst>
            </a:custGeom>
            <a:solidFill>
              <a:srgbClr val="327EC4"/>
            </a:solidFill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91281" tIns="45641" rIns="91281" bIns="45641" rtlCol="0" anchor="ctr"/>
            <a:lstStyle/>
            <a:p>
              <a:pPr algn="ctr" defTabSz="123855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38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文本框 17">
              <a:extLst>
                <a:ext uri="{FF2B5EF4-FFF2-40B4-BE49-F238E27FC236}">
                  <a16:creationId xmlns:a16="http://schemas.microsoft.com/office/drawing/2014/main" xmlns="" id="{83D8D80F-A97B-405F-B51F-B00DA583BC25}"/>
                </a:ext>
              </a:extLst>
            </p:cNvPr>
            <p:cNvSpPr txBox="1"/>
            <p:nvPr/>
          </p:nvSpPr>
          <p:spPr>
            <a:xfrm>
              <a:off x="6884574" y="2920561"/>
              <a:ext cx="711201" cy="592439"/>
            </a:xfrm>
            <a:prstGeom prst="rect">
              <a:avLst/>
            </a:prstGeom>
            <a:noFill/>
          </p:spPr>
          <p:txBody>
            <a:bodyPr wrap="square" lIns="91281" tIns="45641" rIns="91281" bIns="45641" rtlCol="0">
              <a:spAutoFit/>
            </a:bodyPr>
            <a:lstStyle/>
            <a:p>
              <a:pPr defTabSz="123855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51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325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xmlns="" id="{A3313B54-97B5-463F-B5FA-FE194D503F66}"/>
                </a:ext>
              </a:extLst>
            </p:cNvPr>
            <p:cNvSpPr txBox="1"/>
            <p:nvPr/>
          </p:nvSpPr>
          <p:spPr>
            <a:xfrm>
              <a:off x="7996900" y="2463612"/>
              <a:ext cx="1808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7D12E2E4-D8CC-4023-827D-D89BD980652B}"/>
                </a:ext>
              </a:extLst>
            </p:cNvPr>
            <p:cNvSpPr txBox="1"/>
            <p:nvPr/>
          </p:nvSpPr>
          <p:spPr>
            <a:xfrm>
              <a:off x="7996900" y="2888730"/>
              <a:ext cx="2492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400" dirty="0">
                  <a:latin typeface="微软雅黑" pitchFamily="34" charset="-122"/>
                  <a:ea typeface="微软雅黑" pitchFamily="34" charset="-122"/>
                </a:rPr>
                <a:t>单击此处添加标题内容，内容要与标题相符。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D597D972-1494-4F63-AE48-927D2F5BDF07}"/>
              </a:ext>
            </a:extLst>
          </p:cNvPr>
          <p:cNvGrpSpPr/>
          <p:nvPr/>
        </p:nvGrpSpPr>
        <p:grpSpPr>
          <a:xfrm>
            <a:off x="1200303" y="4167509"/>
            <a:ext cx="4315817" cy="1637377"/>
            <a:chOff x="1301902" y="4312550"/>
            <a:chExt cx="4315817" cy="1637377"/>
          </a:xfrm>
        </p:grpSpPr>
        <p:sp>
          <p:nvSpPr>
            <p:cNvPr id="20" name="圆角矩形 6">
              <a:extLst>
                <a:ext uri="{FF2B5EF4-FFF2-40B4-BE49-F238E27FC236}">
                  <a16:creationId xmlns:a16="http://schemas.microsoft.com/office/drawing/2014/main" xmlns="" id="{160DD885-9323-4B28-88B3-6DCD9A149544}"/>
                </a:ext>
              </a:extLst>
            </p:cNvPr>
            <p:cNvSpPr/>
            <p:nvPr/>
          </p:nvSpPr>
          <p:spPr>
            <a:xfrm>
              <a:off x="1301902" y="4312550"/>
              <a:ext cx="4315817" cy="1637377"/>
            </a:xfrm>
            <a:custGeom>
              <a:avLst/>
              <a:gdLst>
                <a:gd name="connsiteX0" fmla="*/ 1289248 w 5969768"/>
                <a:gd name="connsiteY0" fmla="*/ 0 h 1872208"/>
                <a:gd name="connsiteX1" fmla="*/ 5346173 w 5969768"/>
                <a:gd name="connsiteY1" fmla="*/ 0 h 1872208"/>
                <a:gd name="connsiteX2" fmla="*/ 5969768 w 5969768"/>
                <a:gd name="connsiteY2" fmla="*/ 623595 h 1872208"/>
                <a:gd name="connsiteX3" fmla="*/ 5969768 w 5969768"/>
                <a:gd name="connsiteY3" fmla="*/ 1248613 h 1872208"/>
                <a:gd name="connsiteX4" fmla="*/ 5346173 w 5969768"/>
                <a:gd name="connsiteY4" fmla="*/ 1872208 h 1872208"/>
                <a:gd name="connsiteX5" fmla="*/ 1368152 w 5969768"/>
                <a:gd name="connsiteY5" fmla="*/ 1872208 h 1872208"/>
                <a:gd name="connsiteX6" fmla="*/ 1289248 w 5969768"/>
                <a:gd name="connsiteY6" fmla="*/ 1872208 h 1872208"/>
                <a:gd name="connsiteX7" fmla="*/ 407735 w 5969768"/>
                <a:gd name="connsiteY7" fmla="*/ 1872208 h 1872208"/>
                <a:gd name="connsiteX8" fmla="*/ 0 w 5969768"/>
                <a:gd name="connsiteY8" fmla="*/ 1464473 h 1872208"/>
                <a:gd name="connsiteX9" fmla="*/ 0 w 5969768"/>
                <a:gd name="connsiteY9" fmla="*/ 1055807 h 1872208"/>
                <a:gd name="connsiteX10" fmla="*/ 407735 w 5969768"/>
                <a:gd name="connsiteY10" fmla="*/ 648072 h 1872208"/>
                <a:gd name="connsiteX11" fmla="*/ 1368152 w 5969768"/>
                <a:gd name="connsiteY11" fmla="*/ 648072 h 1872208"/>
                <a:gd name="connsiteX12" fmla="*/ 1368152 w 5969768"/>
                <a:gd name="connsiteY12" fmla="*/ 850487 h 1872208"/>
                <a:gd name="connsiteX13" fmla="*/ 488918 w 5969768"/>
                <a:gd name="connsiteY13" fmla="*/ 850487 h 1872208"/>
                <a:gd name="connsiteX14" fmla="*/ 216024 w 5969768"/>
                <a:gd name="connsiteY14" fmla="*/ 1123381 h 1872208"/>
                <a:gd name="connsiteX15" fmla="*/ 216024 w 5969768"/>
                <a:gd name="connsiteY15" fmla="*/ 1396898 h 1872208"/>
                <a:gd name="connsiteX16" fmla="*/ 488918 w 5969768"/>
                <a:gd name="connsiteY16" fmla="*/ 1669792 h 1872208"/>
                <a:gd name="connsiteX17" fmla="*/ 1368152 w 5969768"/>
                <a:gd name="connsiteY17" fmla="*/ 1669792 h 1872208"/>
                <a:gd name="connsiteX18" fmla="*/ 1368152 w 5969768"/>
                <a:gd name="connsiteY18" fmla="*/ 1670095 h 1872208"/>
                <a:gd name="connsiteX19" fmla="*/ 5264789 w 5969768"/>
                <a:gd name="connsiteY19" fmla="*/ 1670095 h 1872208"/>
                <a:gd name="connsiteX20" fmla="*/ 5753744 w 5969768"/>
                <a:gd name="connsiteY20" fmla="*/ 1181140 h 1872208"/>
                <a:gd name="connsiteX21" fmla="*/ 5753744 w 5969768"/>
                <a:gd name="connsiteY21" fmla="*/ 691068 h 1872208"/>
                <a:gd name="connsiteX22" fmla="*/ 5264789 w 5969768"/>
                <a:gd name="connsiteY22" fmla="*/ 202113 h 1872208"/>
                <a:gd name="connsiteX23" fmla="*/ 1289248 w 5969768"/>
                <a:gd name="connsiteY23" fmla="*/ 202113 h 1872208"/>
                <a:gd name="connsiteX24" fmla="*/ 1288082 w 5969768"/>
                <a:gd name="connsiteY24" fmla="*/ 80739 h 1872208"/>
                <a:gd name="connsiteX25" fmla="*/ 1289248 w 5969768"/>
                <a:gd name="connsiteY25" fmla="*/ 0 h 1872208"/>
                <a:gd name="connsiteX0-1" fmla="*/ 1289248 w 5969768"/>
                <a:gd name="connsiteY0-2" fmla="*/ 0 h 1872208"/>
                <a:gd name="connsiteX1-3" fmla="*/ 5346173 w 5969768"/>
                <a:gd name="connsiteY1-4" fmla="*/ 0 h 1872208"/>
                <a:gd name="connsiteX2-5" fmla="*/ 5969768 w 5969768"/>
                <a:gd name="connsiteY2-6" fmla="*/ 623595 h 1872208"/>
                <a:gd name="connsiteX3-7" fmla="*/ 5969768 w 5969768"/>
                <a:gd name="connsiteY3-8" fmla="*/ 1248613 h 1872208"/>
                <a:gd name="connsiteX4-9" fmla="*/ 5346173 w 5969768"/>
                <a:gd name="connsiteY4-10" fmla="*/ 1872208 h 1872208"/>
                <a:gd name="connsiteX5-11" fmla="*/ 1368152 w 5969768"/>
                <a:gd name="connsiteY5-12" fmla="*/ 1872208 h 1872208"/>
                <a:gd name="connsiteX6-13" fmla="*/ 1289248 w 5969768"/>
                <a:gd name="connsiteY6-14" fmla="*/ 1872208 h 1872208"/>
                <a:gd name="connsiteX7-15" fmla="*/ 407735 w 5969768"/>
                <a:gd name="connsiteY7-16" fmla="*/ 1872208 h 1872208"/>
                <a:gd name="connsiteX8-17" fmla="*/ 0 w 5969768"/>
                <a:gd name="connsiteY8-18" fmla="*/ 1464473 h 1872208"/>
                <a:gd name="connsiteX9-19" fmla="*/ 0 w 5969768"/>
                <a:gd name="connsiteY9-20" fmla="*/ 1055807 h 1872208"/>
                <a:gd name="connsiteX10-21" fmla="*/ 407735 w 5969768"/>
                <a:gd name="connsiteY10-22" fmla="*/ 648072 h 1872208"/>
                <a:gd name="connsiteX11-23" fmla="*/ 1368152 w 5969768"/>
                <a:gd name="connsiteY11-24" fmla="*/ 648072 h 1872208"/>
                <a:gd name="connsiteX12-25" fmla="*/ 1368152 w 5969768"/>
                <a:gd name="connsiteY12-26" fmla="*/ 850487 h 1872208"/>
                <a:gd name="connsiteX13-27" fmla="*/ 488918 w 5969768"/>
                <a:gd name="connsiteY13-28" fmla="*/ 850487 h 1872208"/>
                <a:gd name="connsiteX14-29" fmla="*/ 216024 w 5969768"/>
                <a:gd name="connsiteY14-30" fmla="*/ 1123381 h 1872208"/>
                <a:gd name="connsiteX15-31" fmla="*/ 216024 w 5969768"/>
                <a:gd name="connsiteY15-32" fmla="*/ 1396898 h 1872208"/>
                <a:gd name="connsiteX16-33" fmla="*/ 488918 w 5969768"/>
                <a:gd name="connsiteY16-34" fmla="*/ 1669792 h 1872208"/>
                <a:gd name="connsiteX17-35" fmla="*/ 1368152 w 5969768"/>
                <a:gd name="connsiteY17-36" fmla="*/ 1669792 h 1872208"/>
                <a:gd name="connsiteX18-37" fmla="*/ 1368152 w 5969768"/>
                <a:gd name="connsiteY18-38" fmla="*/ 1670095 h 1872208"/>
                <a:gd name="connsiteX19-39" fmla="*/ 5264789 w 5969768"/>
                <a:gd name="connsiteY19-40" fmla="*/ 1670095 h 1872208"/>
                <a:gd name="connsiteX20-41" fmla="*/ 5753744 w 5969768"/>
                <a:gd name="connsiteY20-42" fmla="*/ 1181140 h 1872208"/>
                <a:gd name="connsiteX21-43" fmla="*/ 5753744 w 5969768"/>
                <a:gd name="connsiteY21-44" fmla="*/ 691068 h 1872208"/>
                <a:gd name="connsiteX22-45" fmla="*/ 5264789 w 5969768"/>
                <a:gd name="connsiteY22-46" fmla="*/ 202113 h 1872208"/>
                <a:gd name="connsiteX23-47" fmla="*/ 1289248 w 5969768"/>
                <a:gd name="connsiteY23-48" fmla="*/ 202113 h 1872208"/>
                <a:gd name="connsiteX24-49" fmla="*/ 1421432 w 5969768"/>
                <a:gd name="connsiteY24-50" fmla="*/ 109314 h 1872208"/>
                <a:gd name="connsiteX25-51" fmla="*/ 1289248 w 5969768"/>
                <a:gd name="connsiteY25-5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</a:cxnLst>
              <a:rect l="l" t="t" r="r" b="b"/>
              <a:pathLst>
                <a:path w="5969768" h="1872208">
                  <a:moveTo>
                    <a:pt x="1289248" y="0"/>
                  </a:moveTo>
                  <a:lnTo>
                    <a:pt x="5346173" y="0"/>
                  </a:lnTo>
                  <a:cubicBezTo>
                    <a:pt x="5690575" y="0"/>
                    <a:pt x="5969768" y="279193"/>
                    <a:pt x="5969768" y="623595"/>
                  </a:cubicBezTo>
                  <a:lnTo>
                    <a:pt x="5969768" y="1248613"/>
                  </a:lnTo>
                  <a:cubicBezTo>
                    <a:pt x="5969768" y="1593015"/>
                    <a:pt x="5690575" y="1872208"/>
                    <a:pt x="5346173" y="1872208"/>
                  </a:cubicBezTo>
                  <a:lnTo>
                    <a:pt x="1368152" y="1872208"/>
                  </a:lnTo>
                  <a:lnTo>
                    <a:pt x="1289248" y="1872208"/>
                  </a:lnTo>
                  <a:lnTo>
                    <a:pt x="407735" y="1872208"/>
                  </a:lnTo>
                  <a:cubicBezTo>
                    <a:pt x="182549" y="1872208"/>
                    <a:pt x="0" y="1689659"/>
                    <a:pt x="0" y="1464473"/>
                  </a:cubicBezTo>
                  <a:lnTo>
                    <a:pt x="0" y="1055807"/>
                  </a:lnTo>
                  <a:cubicBezTo>
                    <a:pt x="0" y="830621"/>
                    <a:pt x="182549" y="648072"/>
                    <a:pt x="407735" y="648072"/>
                  </a:cubicBezTo>
                  <a:lnTo>
                    <a:pt x="1368152" y="648072"/>
                  </a:lnTo>
                  <a:lnTo>
                    <a:pt x="1368152" y="850487"/>
                  </a:lnTo>
                  <a:lnTo>
                    <a:pt x="488918" y="850487"/>
                  </a:lnTo>
                  <a:cubicBezTo>
                    <a:pt x="338203" y="850487"/>
                    <a:pt x="216024" y="972666"/>
                    <a:pt x="216024" y="1123381"/>
                  </a:cubicBezTo>
                  <a:lnTo>
                    <a:pt x="216024" y="1396898"/>
                  </a:lnTo>
                  <a:cubicBezTo>
                    <a:pt x="216024" y="1547613"/>
                    <a:pt x="338203" y="1669792"/>
                    <a:pt x="488918" y="1669792"/>
                  </a:cubicBezTo>
                  <a:lnTo>
                    <a:pt x="1368152" y="1669792"/>
                  </a:lnTo>
                  <a:lnTo>
                    <a:pt x="1368152" y="1670095"/>
                  </a:lnTo>
                  <a:lnTo>
                    <a:pt x="5264789" y="1670095"/>
                  </a:lnTo>
                  <a:cubicBezTo>
                    <a:pt x="5534831" y="1670095"/>
                    <a:pt x="5753744" y="1451182"/>
                    <a:pt x="5753744" y="1181140"/>
                  </a:cubicBezTo>
                  <a:lnTo>
                    <a:pt x="5753744" y="691068"/>
                  </a:lnTo>
                  <a:cubicBezTo>
                    <a:pt x="5753744" y="421026"/>
                    <a:pt x="5534831" y="202113"/>
                    <a:pt x="5264789" y="202113"/>
                  </a:cubicBezTo>
                  <a:lnTo>
                    <a:pt x="1289248" y="202113"/>
                  </a:lnTo>
                  <a:cubicBezTo>
                    <a:pt x="1288859" y="161655"/>
                    <a:pt x="1421821" y="149772"/>
                    <a:pt x="1421432" y="109314"/>
                  </a:cubicBezTo>
                  <a:cubicBezTo>
                    <a:pt x="1421821" y="82401"/>
                    <a:pt x="1288859" y="26913"/>
                    <a:pt x="1289248" y="0"/>
                  </a:cubicBezTo>
                  <a:close/>
                </a:path>
              </a:pathLst>
            </a:custGeom>
            <a:solidFill>
              <a:srgbClr val="327EC4"/>
            </a:solidFill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91281" tIns="45641" rIns="91281" bIns="45641" rtlCol="0" anchor="ctr"/>
            <a:lstStyle/>
            <a:p>
              <a:pPr algn="ctr" defTabSz="123855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38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54A885DF-FFCE-47D3-9844-D69CA80C1D7D}"/>
                </a:ext>
              </a:extLst>
            </p:cNvPr>
            <p:cNvSpPr txBox="1"/>
            <p:nvPr/>
          </p:nvSpPr>
          <p:spPr>
            <a:xfrm>
              <a:off x="1538514" y="5125539"/>
              <a:ext cx="711201" cy="592439"/>
            </a:xfrm>
            <a:prstGeom prst="rect">
              <a:avLst/>
            </a:prstGeom>
            <a:noFill/>
          </p:spPr>
          <p:txBody>
            <a:bodyPr wrap="square" lIns="91281" tIns="45641" rIns="91281" bIns="45641" rtlCol="0">
              <a:spAutoFit/>
            </a:bodyPr>
            <a:lstStyle/>
            <a:p>
              <a:pPr defTabSz="123855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51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325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D4F4D7CA-6716-4982-B4E2-C5E6C91DB98B}"/>
                </a:ext>
              </a:extLst>
            </p:cNvPr>
            <p:cNvSpPr txBox="1"/>
            <p:nvPr/>
          </p:nvSpPr>
          <p:spPr>
            <a:xfrm>
              <a:off x="2537246" y="4707528"/>
              <a:ext cx="1808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CC674BFC-980B-4CC9-966F-7224D5326D54}"/>
                </a:ext>
              </a:extLst>
            </p:cNvPr>
            <p:cNvSpPr txBox="1"/>
            <p:nvPr/>
          </p:nvSpPr>
          <p:spPr>
            <a:xfrm>
              <a:off x="2537246" y="5132646"/>
              <a:ext cx="2492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400" dirty="0">
                  <a:latin typeface="微软雅黑" pitchFamily="34" charset="-122"/>
                  <a:ea typeface="微软雅黑" pitchFamily="34" charset="-122"/>
                </a:rPr>
                <a:t>单击此处添加标题内容，内容要与标题相符。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A19979EC-6F65-48D0-9C2D-83AB80823062}"/>
              </a:ext>
            </a:extLst>
          </p:cNvPr>
          <p:cNvGrpSpPr/>
          <p:nvPr/>
        </p:nvGrpSpPr>
        <p:grpSpPr>
          <a:xfrm>
            <a:off x="6472682" y="4167509"/>
            <a:ext cx="4315817" cy="1637377"/>
            <a:chOff x="6574281" y="4312550"/>
            <a:chExt cx="4315817" cy="1637377"/>
          </a:xfrm>
        </p:grpSpPr>
        <p:sp>
          <p:nvSpPr>
            <p:cNvPr id="25" name="圆角矩形 6">
              <a:extLst>
                <a:ext uri="{FF2B5EF4-FFF2-40B4-BE49-F238E27FC236}">
                  <a16:creationId xmlns:a16="http://schemas.microsoft.com/office/drawing/2014/main" xmlns="" id="{C521284F-8A1E-4FFC-8BEE-9F5E92745ECF}"/>
                </a:ext>
              </a:extLst>
            </p:cNvPr>
            <p:cNvSpPr/>
            <p:nvPr/>
          </p:nvSpPr>
          <p:spPr>
            <a:xfrm>
              <a:off x="6574281" y="4312550"/>
              <a:ext cx="4315817" cy="1637377"/>
            </a:xfrm>
            <a:custGeom>
              <a:avLst/>
              <a:gdLst>
                <a:gd name="connsiteX0" fmla="*/ 1289248 w 5969768"/>
                <a:gd name="connsiteY0" fmla="*/ 0 h 1872208"/>
                <a:gd name="connsiteX1" fmla="*/ 5346173 w 5969768"/>
                <a:gd name="connsiteY1" fmla="*/ 0 h 1872208"/>
                <a:gd name="connsiteX2" fmla="*/ 5969768 w 5969768"/>
                <a:gd name="connsiteY2" fmla="*/ 623595 h 1872208"/>
                <a:gd name="connsiteX3" fmla="*/ 5969768 w 5969768"/>
                <a:gd name="connsiteY3" fmla="*/ 1248613 h 1872208"/>
                <a:gd name="connsiteX4" fmla="*/ 5346173 w 5969768"/>
                <a:gd name="connsiteY4" fmla="*/ 1872208 h 1872208"/>
                <a:gd name="connsiteX5" fmla="*/ 1368152 w 5969768"/>
                <a:gd name="connsiteY5" fmla="*/ 1872208 h 1872208"/>
                <a:gd name="connsiteX6" fmla="*/ 1289248 w 5969768"/>
                <a:gd name="connsiteY6" fmla="*/ 1872208 h 1872208"/>
                <a:gd name="connsiteX7" fmla="*/ 407735 w 5969768"/>
                <a:gd name="connsiteY7" fmla="*/ 1872208 h 1872208"/>
                <a:gd name="connsiteX8" fmla="*/ 0 w 5969768"/>
                <a:gd name="connsiteY8" fmla="*/ 1464473 h 1872208"/>
                <a:gd name="connsiteX9" fmla="*/ 0 w 5969768"/>
                <a:gd name="connsiteY9" fmla="*/ 1055807 h 1872208"/>
                <a:gd name="connsiteX10" fmla="*/ 407735 w 5969768"/>
                <a:gd name="connsiteY10" fmla="*/ 648072 h 1872208"/>
                <a:gd name="connsiteX11" fmla="*/ 1368152 w 5969768"/>
                <a:gd name="connsiteY11" fmla="*/ 648072 h 1872208"/>
                <a:gd name="connsiteX12" fmla="*/ 1368152 w 5969768"/>
                <a:gd name="connsiteY12" fmla="*/ 850487 h 1872208"/>
                <a:gd name="connsiteX13" fmla="*/ 488918 w 5969768"/>
                <a:gd name="connsiteY13" fmla="*/ 850487 h 1872208"/>
                <a:gd name="connsiteX14" fmla="*/ 216024 w 5969768"/>
                <a:gd name="connsiteY14" fmla="*/ 1123381 h 1872208"/>
                <a:gd name="connsiteX15" fmla="*/ 216024 w 5969768"/>
                <a:gd name="connsiteY15" fmla="*/ 1396898 h 1872208"/>
                <a:gd name="connsiteX16" fmla="*/ 488918 w 5969768"/>
                <a:gd name="connsiteY16" fmla="*/ 1669792 h 1872208"/>
                <a:gd name="connsiteX17" fmla="*/ 1368152 w 5969768"/>
                <a:gd name="connsiteY17" fmla="*/ 1669792 h 1872208"/>
                <a:gd name="connsiteX18" fmla="*/ 1368152 w 5969768"/>
                <a:gd name="connsiteY18" fmla="*/ 1670095 h 1872208"/>
                <a:gd name="connsiteX19" fmla="*/ 5264789 w 5969768"/>
                <a:gd name="connsiteY19" fmla="*/ 1670095 h 1872208"/>
                <a:gd name="connsiteX20" fmla="*/ 5753744 w 5969768"/>
                <a:gd name="connsiteY20" fmla="*/ 1181140 h 1872208"/>
                <a:gd name="connsiteX21" fmla="*/ 5753744 w 5969768"/>
                <a:gd name="connsiteY21" fmla="*/ 691068 h 1872208"/>
                <a:gd name="connsiteX22" fmla="*/ 5264789 w 5969768"/>
                <a:gd name="connsiteY22" fmla="*/ 202113 h 1872208"/>
                <a:gd name="connsiteX23" fmla="*/ 1289248 w 5969768"/>
                <a:gd name="connsiteY23" fmla="*/ 202113 h 1872208"/>
                <a:gd name="connsiteX24" fmla="*/ 1288082 w 5969768"/>
                <a:gd name="connsiteY24" fmla="*/ 80739 h 1872208"/>
                <a:gd name="connsiteX25" fmla="*/ 1289248 w 5969768"/>
                <a:gd name="connsiteY25" fmla="*/ 0 h 1872208"/>
                <a:gd name="connsiteX0-1" fmla="*/ 1289248 w 5969768"/>
                <a:gd name="connsiteY0-2" fmla="*/ 0 h 1872208"/>
                <a:gd name="connsiteX1-3" fmla="*/ 5346173 w 5969768"/>
                <a:gd name="connsiteY1-4" fmla="*/ 0 h 1872208"/>
                <a:gd name="connsiteX2-5" fmla="*/ 5969768 w 5969768"/>
                <a:gd name="connsiteY2-6" fmla="*/ 623595 h 1872208"/>
                <a:gd name="connsiteX3-7" fmla="*/ 5969768 w 5969768"/>
                <a:gd name="connsiteY3-8" fmla="*/ 1248613 h 1872208"/>
                <a:gd name="connsiteX4-9" fmla="*/ 5346173 w 5969768"/>
                <a:gd name="connsiteY4-10" fmla="*/ 1872208 h 1872208"/>
                <a:gd name="connsiteX5-11" fmla="*/ 1368152 w 5969768"/>
                <a:gd name="connsiteY5-12" fmla="*/ 1872208 h 1872208"/>
                <a:gd name="connsiteX6-13" fmla="*/ 1289248 w 5969768"/>
                <a:gd name="connsiteY6-14" fmla="*/ 1872208 h 1872208"/>
                <a:gd name="connsiteX7-15" fmla="*/ 407735 w 5969768"/>
                <a:gd name="connsiteY7-16" fmla="*/ 1872208 h 1872208"/>
                <a:gd name="connsiteX8-17" fmla="*/ 0 w 5969768"/>
                <a:gd name="connsiteY8-18" fmla="*/ 1464473 h 1872208"/>
                <a:gd name="connsiteX9-19" fmla="*/ 0 w 5969768"/>
                <a:gd name="connsiteY9-20" fmla="*/ 1055807 h 1872208"/>
                <a:gd name="connsiteX10-21" fmla="*/ 407735 w 5969768"/>
                <a:gd name="connsiteY10-22" fmla="*/ 648072 h 1872208"/>
                <a:gd name="connsiteX11-23" fmla="*/ 1368152 w 5969768"/>
                <a:gd name="connsiteY11-24" fmla="*/ 648072 h 1872208"/>
                <a:gd name="connsiteX12-25" fmla="*/ 1368152 w 5969768"/>
                <a:gd name="connsiteY12-26" fmla="*/ 850487 h 1872208"/>
                <a:gd name="connsiteX13-27" fmla="*/ 488918 w 5969768"/>
                <a:gd name="connsiteY13-28" fmla="*/ 850487 h 1872208"/>
                <a:gd name="connsiteX14-29" fmla="*/ 216024 w 5969768"/>
                <a:gd name="connsiteY14-30" fmla="*/ 1123381 h 1872208"/>
                <a:gd name="connsiteX15-31" fmla="*/ 216024 w 5969768"/>
                <a:gd name="connsiteY15-32" fmla="*/ 1396898 h 1872208"/>
                <a:gd name="connsiteX16-33" fmla="*/ 488918 w 5969768"/>
                <a:gd name="connsiteY16-34" fmla="*/ 1669792 h 1872208"/>
                <a:gd name="connsiteX17-35" fmla="*/ 1368152 w 5969768"/>
                <a:gd name="connsiteY17-36" fmla="*/ 1669792 h 1872208"/>
                <a:gd name="connsiteX18-37" fmla="*/ 1368152 w 5969768"/>
                <a:gd name="connsiteY18-38" fmla="*/ 1670095 h 1872208"/>
                <a:gd name="connsiteX19-39" fmla="*/ 5264789 w 5969768"/>
                <a:gd name="connsiteY19-40" fmla="*/ 1670095 h 1872208"/>
                <a:gd name="connsiteX20-41" fmla="*/ 5753744 w 5969768"/>
                <a:gd name="connsiteY20-42" fmla="*/ 1181140 h 1872208"/>
                <a:gd name="connsiteX21-43" fmla="*/ 5753744 w 5969768"/>
                <a:gd name="connsiteY21-44" fmla="*/ 691068 h 1872208"/>
                <a:gd name="connsiteX22-45" fmla="*/ 5264789 w 5969768"/>
                <a:gd name="connsiteY22-46" fmla="*/ 202113 h 1872208"/>
                <a:gd name="connsiteX23-47" fmla="*/ 1289248 w 5969768"/>
                <a:gd name="connsiteY23-48" fmla="*/ 202113 h 1872208"/>
                <a:gd name="connsiteX24-49" fmla="*/ 1421432 w 5969768"/>
                <a:gd name="connsiteY24-50" fmla="*/ 109314 h 1872208"/>
                <a:gd name="connsiteX25-51" fmla="*/ 1289248 w 5969768"/>
                <a:gd name="connsiteY25-5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</a:cxnLst>
              <a:rect l="l" t="t" r="r" b="b"/>
              <a:pathLst>
                <a:path w="5969768" h="1872208">
                  <a:moveTo>
                    <a:pt x="1289248" y="0"/>
                  </a:moveTo>
                  <a:lnTo>
                    <a:pt x="5346173" y="0"/>
                  </a:lnTo>
                  <a:cubicBezTo>
                    <a:pt x="5690575" y="0"/>
                    <a:pt x="5969768" y="279193"/>
                    <a:pt x="5969768" y="623595"/>
                  </a:cubicBezTo>
                  <a:lnTo>
                    <a:pt x="5969768" y="1248613"/>
                  </a:lnTo>
                  <a:cubicBezTo>
                    <a:pt x="5969768" y="1593015"/>
                    <a:pt x="5690575" y="1872208"/>
                    <a:pt x="5346173" y="1872208"/>
                  </a:cubicBezTo>
                  <a:lnTo>
                    <a:pt x="1368152" y="1872208"/>
                  </a:lnTo>
                  <a:lnTo>
                    <a:pt x="1289248" y="1872208"/>
                  </a:lnTo>
                  <a:lnTo>
                    <a:pt x="407735" y="1872208"/>
                  </a:lnTo>
                  <a:cubicBezTo>
                    <a:pt x="182549" y="1872208"/>
                    <a:pt x="0" y="1689659"/>
                    <a:pt x="0" y="1464473"/>
                  </a:cubicBezTo>
                  <a:lnTo>
                    <a:pt x="0" y="1055807"/>
                  </a:lnTo>
                  <a:cubicBezTo>
                    <a:pt x="0" y="830621"/>
                    <a:pt x="182549" y="648072"/>
                    <a:pt x="407735" y="648072"/>
                  </a:cubicBezTo>
                  <a:lnTo>
                    <a:pt x="1368152" y="648072"/>
                  </a:lnTo>
                  <a:lnTo>
                    <a:pt x="1368152" y="850487"/>
                  </a:lnTo>
                  <a:lnTo>
                    <a:pt x="488918" y="850487"/>
                  </a:lnTo>
                  <a:cubicBezTo>
                    <a:pt x="338203" y="850487"/>
                    <a:pt x="216024" y="972666"/>
                    <a:pt x="216024" y="1123381"/>
                  </a:cubicBezTo>
                  <a:lnTo>
                    <a:pt x="216024" y="1396898"/>
                  </a:lnTo>
                  <a:cubicBezTo>
                    <a:pt x="216024" y="1547613"/>
                    <a:pt x="338203" y="1669792"/>
                    <a:pt x="488918" y="1669792"/>
                  </a:cubicBezTo>
                  <a:lnTo>
                    <a:pt x="1368152" y="1669792"/>
                  </a:lnTo>
                  <a:lnTo>
                    <a:pt x="1368152" y="1670095"/>
                  </a:lnTo>
                  <a:lnTo>
                    <a:pt x="5264789" y="1670095"/>
                  </a:lnTo>
                  <a:cubicBezTo>
                    <a:pt x="5534831" y="1670095"/>
                    <a:pt x="5753744" y="1451182"/>
                    <a:pt x="5753744" y="1181140"/>
                  </a:cubicBezTo>
                  <a:lnTo>
                    <a:pt x="5753744" y="691068"/>
                  </a:lnTo>
                  <a:cubicBezTo>
                    <a:pt x="5753744" y="421026"/>
                    <a:pt x="5534831" y="202113"/>
                    <a:pt x="5264789" y="202113"/>
                  </a:cubicBezTo>
                  <a:lnTo>
                    <a:pt x="1289248" y="202113"/>
                  </a:lnTo>
                  <a:cubicBezTo>
                    <a:pt x="1288859" y="161655"/>
                    <a:pt x="1421821" y="149772"/>
                    <a:pt x="1421432" y="109314"/>
                  </a:cubicBezTo>
                  <a:cubicBezTo>
                    <a:pt x="1421821" y="82401"/>
                    <a:pt x="1288859" y="26913"/>
                    <a:pt x="1289248" y="0"/>
                  </a:cubicBezTo>
                  <a:close/>
                </a:path>
              </a:pathLst>
            </a:custGeom>
            <a:solidFill>
              <a:schemeClr val="bg1"/>
            </a:solidFill>
            <a:ln w="28575" cap="flat" cmpd="sng" algn="ctr">
              <a:solidFill>
                <a:sysClr val="window" lastClr="FFFFFF"/>
              </a:solidFill>
              <a:prstDash val="solid"/>
            </a:ln>
            <a:effectLst>
              <a:outerShdw blurRad="190500" sx="101000" sy="101000" algn="ctr" rotWithShape="0">
                <a:prstClr val="black">
                  <a:alpha val="40000"/>
                </a:prstClr>
              </a:outerShdw>
            </a:effectLst>
          </p:spPr>
          <p:txBody>
            <a:bodyPr lIns="91281" tIns="45641" rIns="91281" bIns="45641" rtlCol="0" anchor="ctr"/>
            <a:lstStyle/>
            <a:p>
              <a:pPr algn="ctr" defTabSz="123855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38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文本框 23">
              <a:extLst>
                <a:ext uri="{FF2B5EF4-FFF2-40B4-BE49-F238E27FC236}">
                  <a16:creationId xmlns:a16="http://schemas.microsoft.com/office/drawing/2014/main" xmlns="" id="{C76D6F2C-4B22-4314-9174-F3B4AB0E5766}"/>
                </a:ext>
              </a:extLst>
            </p:cNvPr>
            <p:cNvSpPr txBox="1"/>
            <p:nvPr/>
          </p:nvSpPr>
          <p:spPr>
            <a:xfrm>
              <a:off x="6861813" y="5125539"/>
              <a:ext cx="711201" cy="592439"/>
            </a:xfrm>
            <a:prstGeom prst="rect">
              <a:avLst/>
            </a:prstGeom>
            <a:noFill/>
          </p:spPr>
          <p:txBody>
            <a:bodyPr wrap="square" lIns="91281" tIns="45641" rIns="91281" bIns="45641" rtlCol="0">
              <a:spAutoFit/>
            </a:bodyPr>
            <a:lstStyle/>
            <a:p>
              <a:pPr defTabSz="123855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51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微软雅黑" pitchFamily="34" charset="-122"/>
                  <a:ea typeface="微软雅黑" pitchFamily="34" charset="-122"/>
                </a:rPr>
                <a:t>04</a:t>
              </a:r>
              <a:endParaRPr lang="zh-CN" altLang="en-US" sz="3251" dirty="0">
                <a:solidFill>
                  <a:prstClr val="black">
                    <a:lumMod val="95000"/>
                    <a:lumOff val="5000"/>
                  </a:prst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5B29CAD2-D0C8-4702-A26A-EFCD1187D6B5}"/>
                </a:ext>
              </a:extLst>
            </p:cNvPr>
            <p:cNvSpPr txBox="1"/>
            <p:nvPr/>
          </p:nvSpPr>
          <p:spPr>
            <a:xfrm>
              <a:off x="7996899" y="4707528"/>
              <a:ext cx="1808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435CD042-6F46-4181-A719-311DD45BF9D2}"/>
                </a:ext>
              </a:extLst>
            </p:cNvPr>
            <p:cNvSpPr txBox="1"/>
            <p:nvPr/>
          </p:nvSpPr>
          <p:spPr>
            <a:xfrm>
              <a:off x="7996900" y="5132646"/>
              <a:ext cx="2492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400" dirty="0">
                  <a:latin typeface="微软雅黑" pitchFamily="34" charset="-122"/>
                  <a:ea typeface="微软雅黑" pitchFamily="34" charset="-122"/>
                </a:rPr>
                <a:t>单击此处添加标题内容，内容要与标题相符。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330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论文主要结论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0CE4C290-16A9-42D9-8C4B-C1AEC4D00A99}"/>
              </a:ext>
            </a:extLst>
          </p:cNvPr>
          <p:cNvGrpSpPr/>
          <p:nvPr/>
        </p:nvGrpSpPr>
        <p:grpSpPr>
          <a:xfrm>
            <a:off x="8823011" y="2766964"/>
            <a:ext cx="1925053" cy="1925053"/>
            <a:chOff x="6569242" y="2021305"/>
            <a:chExt cx="1925053" cy="1925053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A1B8109E-99E9-4997-81ED-CB1BF027B390}"/>
                </a:ext>
              </a:extLst>
            </p:cNvPr>
            <p:cNvSpPr/>
            <p:nvPr/>
          </p:nvSpPr>
          <p:spPr>
            <a:xfrm>
              <a:off x="6569242" y="2021305"/>
              <a:ext cx="1925053" cy="1925053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DA901C5A-5509-4C36-9943-5BBC7540C798}"/>
                </a:ext>
              </a:extLst>
            </p:cNvPr>
            <p:cNvSpPr txBox="1"/>
            <p:nvPr/>
          </p:nvSpPr>
          <p:spPr>
            <a:xfrm>
              <a:off x="6662004" y="2445222"/>
              <a:ext cx="173952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</a:t>
              </a:r>
              <a:endParaRPr lang="en-US" altLang="zh-CN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标题</a:t>
              </a: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xmlns="" id="{F0C3EF51-8A44-43FC-8A09-85DE523283F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542048" y="3729491"/>
            <a:ext cx="7280963" cy="0"/>
          </a:xfrm>
          <a:prstGeom prst="straightConnector1">
            <a:avLst/>
          </a:prstGeom>
          <a:ln w="12700">
            <a:solidFill>
              <a:srgbClr val="242434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B6ED2777-B016-4741-A051-7E38FE0CA7B5}"/>
              </a:ext>
            </a:extLst>
          </p:cNvPr>
          <p:cNvSpPr/>
          <p:nvPr/>
        </p:nvSpPr>
        <p:spPr>
          <a:xfrm>
            <a:off x="2456179" y="3684706"/>
            <a:ext cx="102268" cy="102268"/>
          </a:xfrm>
          <a:prstGeom prst="ellipse">
            <a:avLst/>
          </a:prstGeom>
          <a:solidFill>
            <a:srgbClr val="242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C3BE8839-B7AB-4DC9-B6A6-6BE50787096D}"/>
              </a:ext>
            </a:extLst>
          </p:cNvPr>
          <p:cNvSpPr/>
          <p:nvPr/>
        </p:nvSpPr>
        <p:spPr>
          <a:xfrm>
            <a:off x="4079181" y="3684706"/>
            <a:ext cx="102268" cy="102268"/>
          </a:xfrm>
          <a:prstGeom prst="ellipse">
            <a:avLst/>
          </a:prstGeom>
          <a:solidFill>
            <a:srgbClr val="242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2849F717-B576-4C68-B3C0-70EFC9490D01}"/>
              </a:ext>
            </a:extLst>
          </p:cNvPr>
          <p:cNvSpPr/>
          <p:nvPr/>
        </p:nvSpPr>
        <p:spPr>
          <a:xfrm>
            <a:off x="5702183" y="3684706"/>
            <a:ext cx="102268" cy="102268"/>
          </a:xfrm>
          <a:prstGeom prst="ellipse">
            <a:avLst/>
          </a:prstGeom>
          <a:solidFill>
            <a:srgbClr val="242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xmlns="" id="{2F1D9352-A484-4C05-A836-55342934BABC}"/>
              </a:ext>
            </a:extLst>
          </p:cNvPr>
          <p:cNvSpPr/>
          <p:nvPr/>
        </p:nvSpPr>
        <p:spPr>
          <a:xfrm>
            <a:off x="7325186" y="3684706"/>
            <a:ext cx="102268" cy="102268"/>
          </a:xfrm>
          <a:prstGeom prst="ellipse">
            <a:avLst/>
          </a:prstGeom>
          <a:solidFill>
            <a:srgbClr val="242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8C27F0EE-E98D-491E-81BD-F29642A221AD}"/>
              </a:ext>
            </a:extLst>
          </p:cNvPr>
          <p:cNvGrpSpPr/>
          <p:nvPr/>
        </p:nvGrpSpPr>
        <p:grpSpPr>
          <a:xfrm>
            <a:off x="2183915" y="2740823"/>
            <a:ext cx="646796" cy="481401"/>
            <a:chOff x="1953309" y="2440330"/>
            <a:chExt cx="646796" cy="481401"/>
          </a:xfrm>
        </p:grpSpPr>
        <p:sp>
          <p:nvSpPr>
            <p:cNvPr id="18" name="泪滴形 17">
              <a:extLst>
                <a:ext uri="{FF2B5EF4-FFF2-40B4-BE49-F238E27FC236}">
                  <a16:creationId xmlns:a16="http://schemas.microsoft.com/office/drawing/2014/main" xmlns="" id="{1B2ABC39-E004-4C17-939D-5F28CDEE859B}"/>
                </a:ext>
              </a:extLst>
            </p:cNvPr>
            <p:cNvSpPr/>
            <p:nvPr/>
          </p:nvSpPr>
          <p:spPr>
            <a:xfrm rot="8079264">
              <a:off x="2036007" y="2440330"/>
              <a:ext cx="481401" cy="481401"/>
            </a:xfrm>
            <a:prstGeom prst="teardrop">
              <a:avLst/>
            </a:prstGeom>
            <a:noFill/>
            <a:ln w="28575">
              <a:solidFill>
                <a:srgbClr val="24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89444B04-5CA3-4233-9A9F-12F07BC6C744}"/>
                </a:ext>
              </a:extLst>
            </p:cNvPr>
            <p:cNvSpPr txBox="1"/>
            <p:nvPr/>
          </p:nvSpPr>
          <p:spPr>
            <a:xfrm>
              <a:off x="1953309" y="2480975"/>
              <a:ext cx="646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242434"/>
                  </a:solidFill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2000" dirty="0">
                <a:solidFill>
                  <a:srgbClr val="24243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45105D36-5773-44A5-8C62-A077D4103D27}"/>
              </a:ext>
            </a:extLst>
          </p:cNvPr>
          <p:cNvGrpSpPr/>
          <p:nvPr/>
        </p:nvGrpSpPr>
        <p:grpSpPr>
          <a:xfrm rot="10800000">
            <a:off x="3806917" y="4131674"/>
            <a:ext cx="646796" cy="481401"/>
            <a:chOff x="3576311" y="2440330"/>
            <a:chExt cx="646796" cy="481401"/>
          </a:xfrm>
        </p:grpSpPr>
        <p:sp>
          <p:nvSpPr>
            <p:cNvPr id="21" name="泪滴形 20">
              <a:extLst>
                <a:ext uri="{FF2B5EF4-FFF2-40B4-BE49-F238E27FC236}">
                  <a16:creationId xmlns:a16="http://schemas.microsoft.com/office/drawing/2014/main" xmlns="" id="{EDAE5E2F-123C-4480-9880-4C0D29E8606E}"/>
                </a:ext>
              </a:extLst>
            </p:cNvPr>
            <p:cNvSpPr/>
            <p:nvPr/>
          </p:nvSpPr>
          <p:spPr>
            <a:xfrm rot="8079264">
              <a:off x="3659009" y="2440330"/>
              <a:ext cx="481401" cy="481401"/>
            </a:xfrm>
            <a:prstGeom prst="teardrop">
              <a:avLst/>
            </a:prstGeom>
            <a:noFill/>
            <a:ln w="28575">
              <a:solidFill>
                <a:srgbClr val="24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E41F1D18-B0BB-460D-8C73-D5AC84C6133F}"/>
                </a:ext>
              </a:extLst>
            </p:cNvPr>
            <p:cNvSpPr txBox="1"/>
            <p:nvPr/>
          </p:nvSpPr>
          <p:spPr>
            <a:xfrm rot="10800000">
              <a:off x="3576311" y="2480975"/>
              <a:ext cx="646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242434"/>
                  </a:solidFill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2000" dirty="0">
                <a:solidFill>
                  <a:srgbClr val="24243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0929D6D5-C3F2-40F3-9965-3F1286D60EF8}"/>
              </a:ext>
            </a:extLst>
          </p:cNvPr>
          <p:cNvGrpSpPr/>
          <p:nvPr/>
        </p:nvGrpSpPr>
        <p:grpSpPr>
          <a:xfrm>
            <a:off x="5429918" y="2740823"/>
            <a:ext cx="646796" cy="481401"/>
            <a:chOff x="5199312" y="2440330"/>
            <a:chExt cx="646796" cy="481401"/>
          </a:xfrm>
        </p:grpSpPr>
        <p:sp>
          <p:nvSpPr>
            <p:cNvPr id="24" name="泪滴形 23">
              <a:extLst>
                <a:ext uri="{FF2B5EF4-FFF2-40B4-BE49-F238E27FC236}">
                  <a16:creationId xmlns:a16="http://schemas.microsoft.com/office/drawing/2014/main" xmlns="" id="{0FF774C0-861D-4E9B-92FB-54E154EC4AD8}"/>
                </a:ext>
              </a:extLst>
            </p:cNvPr>
            <p:cNvSpPr/>
            <p:nvPr/>
          </p:nvSpPr>
          <p:spPr>
            <a:xfrm rot="8079264">
              <a:off x="5282010" y="2440330"/>
              <a:ext cx="481401" cy="481401"/>
            </a:xfrm>
            <a:prstGeom prst="teardrop">
              <a:avLst/>
            </a:prstGeom>
            <a:noFill/>
            <a:ln w="28575">
              <a:solidFill>
                <a:srgbClr val="24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F6112647-3A83-4806-B81E-F0AAB329DB07}"/>
                </a:ext>
              </a:extLst>
            </p:cNvPr>
            <p:cNvSpPr txBox="1"/>
            <p:nvPr/>
          </p:nvSpPr>
          <p:spPr>
            <a:xfrm>
              <a:off x="5199312" y="2480975"/>
              <a:ext cx="646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242434"/>
                  </a:solidFill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2000" dirty="0">
                <a:solidFill>
                  <a:srgbClr val="24243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xmlns="" id="{5D5B355E-195C-445F-B996-2C0D78555E74}"/>
              </a:ext>
            </a:extLst>
          </p:cNvPr>
          <p:cNvGrpSpPr/>
          <p:nvPr/>
        </p:nvGrpSpPr>
        <p:grpSpPr>
          <a:xfrm>
            <a:off x="1589202" y="4194547"/>
            <a:ext cx="1836223" cy="1415772"/>
            <a:chOff x="1338880" y="4377092"/>
            <a:chExt cx="1836222" cy="141577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82BCE4FE-14C4-4C58-AC9A-4F90FF31EBF7}"/>
                </a:ext>
              </a:extLst>
            </p:cNvPr>
            <p:cNvSpPr txBox="1"/>
            <p:nvPr/>
          </p:nvSpPr>
          <p:spPr>
            <a:xfrm>
              <a:off x="1497220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63D55D9E-AA41-4FF2-BBDD-5CE29C2CC4FF}"/>
                </a:ext>
              </a:extLst>
            </p:cNvPr>
            <p:cNvSpPr txBox="1"/>
            <p:nvPr/>
          </p:nvSpPr>
          <p:spPr>
            <a:xfrm>
              <a:off x="1338880" y="4838757"/>
              <a:ext cx="18362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E823F448-4999-42F9-8AE4-C56E5ACBE83C}"/>
              </a:ext>
            </a:extLst>
          </p:cNvPr>
          <p:cNvGrpSpPr/>
          <p:nvPr/>
        </p:nvGrpSpPr>
        <p:grpSpPr>
          <a:xfrm>
            <a:off x="3212203" y="1821938"/>
            <a:ext cx="1836223" cy="1415772"/>
            <a:chOff x="1338880" y="4377092"/>
            <a:chExt cx="1836222" cy="141577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xmlns="" id="{19A7A5E5-1A25-45BE-A4AA-FD8ADE17DBEF}"/>
                </a:ext>
              </a:extLst>
            </p:cNvPr>
            <p:cNvSpPr txBox="1"/>
            <p:nvPr/>
          </p:nvSpPr>
          <p:spPr>
            <a:xfrm>
              <a:off x="1497220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xmlns="" id="{6892A095-39F0-4C7A-BF84-2079193F5CF9}"/>
                </a:ext>
              </a:extLst>
            </p:cNvPr>
            <p:cNvSpPr txBox="1"/>
            <p:nvPr/>
          </p:nvSpPr>
          <p:spPr>
            <a:xfrm>
              <a:off x="1338880" y="4838757"/>
              <a:ext cx="18362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xmlns="" id="{526B47D6-E128-4A43-BD2E-DB12E8415585}"/>
              </a:ext>
            </a:extLst>
          </p:cNvPr>
          <p:cNvGrpSpPr/>
          <p:nvPr/>
        </p:nvGrpSpPr>
        <p:grpSpPr>
          <a:xfrm>
            <a:off x="4810638" y="4194547"/>
            <a:ext cx="1836223" cy="1415772"/>
            <a:chOff x="1338880" y="4377092"/>
            <a:chExt cx="1836222" cy="141577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xmlns="" id="{330319B7-B65B-49EF-85CE-731970D8E594}"/>
                </a:ext>
              </a:extLst>
            </p:cNvPr>
            <p:cNvSpPr txBox="1"/>
            <p:nvPr/>
          </p:nvSpPr>
          <p:spPr>
            <a:xfrm>
              <a:off x="1497220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xmlns="" id="{6A7D0AEF-BE5C-4ED7-8F73-78815625E3E6}"/>
                </a:ext>
              </a:extLst>
            </p:cNvPr>
            <p:cNvSpPr txBox="1"/>
            <p:nvPr/>
          </p:nvSpPr>
          <p:spPr>
            <a:xfrm>
              <a:off x="1338880" y="4838757"/>
              <a:ext cx="18362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xmlns="" id="{66F0ABC5-F274-49AC-916D-CECF2B85C5E6}"/>
              </a:ext>
            </a:extLst>
          </p:cNvPr>
          <p:cNvGrpSpPr/>
          <p:nvPr/>
        </p:nvGrpSpPr>
        <p:grpSpPr>
          <a:xfrm rot="10800000">
            <a:off x="7052922" y="4027399"/>
            <a:ext cx="646796" cy="481401"/>
            <a:chOff x="6822314" y="2440330"/>
            <a:chExt cx="646796" cy="481401"/>
          </a:xfrm>
        </p:grpSpPr>
        <p:sp>
          <p:nvSpPr>
            <p:cNvPr id="36" name="泪滴形 35">
              <a:extLst>
                <a:ext uri="{FF2B5EF4-FFF2-40B4-BE49-F238E27FC236}">
                  <a16:creationId xmlns:a16="http://schemas.microsoft.com/office/drawing/2014/main" xmlns="" id="{30D82E72-EF6B-4E69-AED4-D27906C28DC5}"/>
                </a:ext>
              </a:extLst>
            </p:cNvPr>
            <p:cNvSpPr/>
            <p:nvPr/>
          </p:nvSpPr>
          <p:spPr>
            <a:xfrm rot="8079264">
              <a:off x="6905012" y="2440330"/>
              <a:ext cx="481401" cy="481401"/>
            </a:xfrm>
            <a:prstGeom prst="teardrop">
              <a:avLst/>
            </a:prstGeom>
            <a:noFill/>
            <a:ln w="28575">
              <a:solidFill>
                <a:srgbClr val="242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xmlns="" id="{08F5ACEB-E498-4460-8937-EAF9D93ABFCB}"/>
                </a:ext>
              </a:extLst>
            </p:cNvPr>
            <p:cNvSpPr txBox="1"/>
            <p:nvPr/>
          </p:nvSpPr>
          <p:spPr>
            <a:xfrm rot="10800000">
              <a:off x="6822314" y="2480975"/>
              <a:ext cx="646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242434"/>
                  </a:solidFill>
                  <a:latin typeface="微软雅黑" pitchFamily="34" charset="-122"/>
                  <a:ea typeface="微软雅黑" pitchFamily="34" charset="-122"/>
                </a:rPr>
                <a:t>04</a:t>
              </a:r>
              <a:endParaRPr lang="zh-CN" altLang="en-US" sz="2000" dirty="0">
                <a:solidFill>
                  <a:srgbClr val="242434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9E5FC265-103A-4E0B-BB9F-EAF53F10498B}"/>
              </a:ext>
            </a:extLst>
          </p:cNvPr>
          <p:cNvGrpSpPr/>
          <p:nvPr/>
        </p:nvGrpSpPr>
        <p:grpSpPr>
          <a:xfrm>
            <a:off x="6458207" y="1821938"/>
            <a:ext cx="1836223" cy="1415772"/>
            <a:chOff x="1338880" y="4377092"/>
            <a:chExt cx="1836222" cy="141577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xmlns="" id="{48229A92-E9C6-47EA-9C5E-F4C54E57F37E}"/>
                </a:ext>
              </a:extLst>
            </p:cNvPr>
            <p:cNvSpPr txBox="1"/>
            <p:nvPr/>
          </p:nvSpPr>
          <p:spPr>
            <a:xfrm>
              <a:off x="1497220" y="4377092"/>
              <a:ext cx="1519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xmlns="" id="{54A33A6A-041A-48BB-9D9F-F12FEA1E43E1}"/>
                </a:ext>
              </a:extLst>
            </p:cNvPr>
            <p:cNvSpPr txBox="1"/>
            <p:nvPr/>
          </p:nvSpPr>
          <p:spPr>
            <a:xfrm>
              <a:off x="1338880" y="4838757"/>
              <a:ext cx="18362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136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论文主要结论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EF8BDA5-F7BA-498D-B5D5-1BD346B5D284}"/>
              </a:ext>
            </a:extLst>
          </p:cNvPr>
          <p:cNvGrpSpPr/>
          <p:nvPr/>
        </p:nvGrpSpPr>
        <p:grpSpPr>
          <a:xfrm>
            <a:off x="4505499" y="2173514"/>
            <a:ext cx="3161560" cy="3161560"/>
            <a:chOff x="4601029" y="2619088"/>
            <a:chExt cx="3161560" cy="3161560"/>
          </a:xfrm>
        </p:grpSpPr>
        <p:sp>
          <p:nvSpPr>
            <p:cNvPr id="10" name="圆: 空心 9">
              <a:extLst>
                <a:ext uri="{FF2B5EF4-FFF2-40B4-BE49-F238E27FC236}">
                  <a16:creationId xmlns:a16="http://schemas.microsoft.com/office/drawing/2014/main" xmlns="" id="{47621164-9F7F-4036-A478-0E2AD1789BD7}"/>
                </a:ext>
              </a:extLst>
            </p:cNvPr>
            <p:cNvSpPr/>
            <p:nvPr/>
          </p:nvSpPr>
          <p:spPr>
            <a:xfrm>
              <a:off x="4601029" y="2619088"/>
              <a:ext cx="3161560" cy="3161560"/>
            </a:xfrm>
            <a:prstGeom prst="donut">
              <a:avLst>
                <a:gd name="adj" fmla="val 10307"/>
              </a:avLst>
            </a:pr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xmlns="" id="{6EF34539-FDE9-46FE-95AA-55B1ACC03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23997" y="3633131"/>
              <a:ext cx="1115625" cy="1133475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6462C6F7-B7D4-4339-A0B5-7C6B600FB4D0}"/>
              </a:ext>
            </a:extLst>
          </p:cNvPr>
          <p:cNvGrpSpPr/>
          <p:nvPr/>
        </p:nvGrpSpPr>
        <p:grpSpPr>
          <a:xfrm>
            <a:off x="3827496" y="1723552"/>
            <a:ext cx="2258785" cy="866642"/>
            <a:chOff x="3837215" y="2307752"/>
            <a:chExt cx="2258785" cy="866642"/>
          </a:xfrm>
        </p:grpSpPr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xmlns="" id="{718C8237-19D2-47AD-93B7-9E15C84B6830}"/>
                </a:ext>
              </a:extLst>
            </p:cNvPr>
            <p:cNvSpPr/>
            <p:nvPr/>
          </p:nvSpPr>
          <p:spPr>
            <a:xfrm>
              <a:off x="3837215" y="2307752"/>
              <a:ext cx="2258785" cy="866642"/>
            </a:xfrm>
            <a:prstGeom prst="rightArrow">
              <a:avLst>
                <a:gd name="adj1" fmla="val 51425"/>
                <a:gd name="adj2" fmla="val 7218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B351E558-5A58-4A24-8826-9DA12446393D}"/>
                </a:ext>
              </a:extLst>
            </p:cNvPr>
            <p:cNvSpPr txBox="1"/>
            <p:nvPr/>
          </p:nvSpPr>
          <p:spPr>
            <a:xfrm>
              <a:off x="4099198" y="2510241"/>
              <a:ext cx="1734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SPORT 01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3F15D6A8-EBCA-4F3E-9759-AEBA6E0B2EFC}"/>
              </a:ext>
            </a:extLst>
          </p:cNvPr>
          <p:cNvGrpSpPr/>
          <p:nvPr/>
        </p:nvGrpSpPr>
        <p:grpSpPr>
          <a:xfrm>
            <a:off x="6071497" y="4857936"/>
            <a:ext cx="2258785" cy="866642"/>
            <a:chOff x="6081216" y="5442136"/>
            <a:chExt cx="2258785" cy="866642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xmlns="" id="{EF78F799-5DBA-460D-B1C0-E6D826EB113E}"/>
                </a:ext>
              </a:extLst>
            </p:cNvPr>
            <p:cNvSpPr/>
            <p:nvPr/>
          </p:nvSpPr>
          <p:spPr>
            <a:xfrm rot="10800000">
              <a:off x="6081216" y="5442136"/>
              <a:ext cx="2258785" cy="866642"/>
            </a:xfrm>
            <a:prstGeom prst="rightArrow">
              <a:avLst>
                <a:gd name="adj1" fmla="val 51425"/>
                <a:gd name="adj2" fmla="val 7218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xmlns="" id="{C6DE6DF9-D419-48A5-88B3-03CEE15B555E}"/>
                </a:ext>
              </a:extLst>
            </p:cNvPr>
            <p:cNvSpPr txBox="1"/>
            <p:nvPr/>
          </p:nvSpPr>
          <p:spPr>
            <a:xfrm>
              <a:off x="6343199" y="5644625"/>
              <a:ext cx="1734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SPORT 02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022A48EC-FC36-4D6E-B37F-08DA1F32DB3A}"/>
              </a:ext>
            </a:extLst>
          </p:cNvPr>
          <p:cNvGrpSpPr/>
          <p:nvPr/>
        </p:nvGrpSpPr>
        <p:grpSpPr>
          <a:xfrm>
            <a:off x="863601" y="2060848"/>
            <a:ext cx="2624891" cy="1226949"/>
            <a:chOff x="764066" y="3154354"/>
            <a:chExt cx="2624891" cy="1226949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BFBA9351-D982-4EDD-9562-FF6730358ADF}"/>
                </a:ext>
              </a:extLst>
            </p:cNvPr>
            <p:cNvSpPr txBox="1"/>
            <p:nvPr/>
          </p:nvSpPr>
          <p:spPr>
            <a:xfrm>
              <a:off x="1250877" y="3154354"/>
              <a:ext cx="1562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5DAC9E78-20B2-45E8-BBF9-DE8A23FD62EB}"/>
                </a:ext>
              </a:extLst>
            </p:cNvPr>
            <p:cNvSpPr txBox="1"/>
            <p:nvPr/>
          </p:nvSpPr>
          <p:spPr>
            <a:xfrm>
              <a:off x="764066" y="3642639"/>
              <a:ext cx="262489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49F67CDC-61FE-4F72-93BC-376B3560F274}"/>
              </a:ext>
            </a:extLst>
          </p:cNvPr>
          <p:cNvGrpSpPr/>
          <p:nvPr/>
        </p:nvGrpSpPr>
        <p:grpSpPr>
          <a:xfrm>
            <a:off x="863601" y="4316903"/>
            <a:ext cx="2624891" cy="1200330"/>
            <a:chOff x="764066" y="3180973"/>
            <a:chExt cx="2624891" cy="120033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xmlns="" id="{24426D16-E912-4AE6-8538-7B70680C1640}"/>
                </a:ext>
              </a:extLst>
            </p:cNvPr>
            <p:cNvSpPr txBox="1"/>
            <p:nvPr/>
          </p:nvSpPr>
          <p:spPr>
            <a:xfrm>
              <a:off x="1287959" y="3180973"/>
              <a:ext cx="1525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EE8483CE-CE7F-48BB-9E38-F7F3492B8343}"/>
                </a:ext>
              </a:extLst>
            </p:cNvPr>
            <p:cNvSpPr txBox="1"/>
            <p:nvPr/>
          </p:nvSpPr>
          <p:spPr>
            <a:xfrm>
              <a:off x="764066" y="3642639"/>
              <a:ext cx="262489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3BBCC1E2-7DD3-4DEA-A421-F62A0F949CB7}"/>
              </a:ext>
            </a:extLst>
          </p:cNvPr>
          <p:cNvGrpSpPr/>
          <p:nvPr/>
        </p:nvGrpSpPr>
        <p:grpSpPr>
          <a:xfrm>
            <a:off x="8689781" y="2087469"/>
            <a:ext cx="2624891" cy="1200329"/>
            <a:chOff x="764066" y="3180974"/>
            <a:chExt cx="2624891" cy="12003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121DD621-DAAE-47F8-903B-62A0F4AF192F}"/>
                </a:ext>
              </a:extLst>
            </p:cNvPr>
            <p:cNvSpPr txBox="1"/>
            <p:nvPr/>
          </p:nvSpPr>
          <p:spPr>
            <a:xfrm>
              <a:off x="1285739" y="3180974"/>
              <a:ext cx="1581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DBFBFC7A-6A85-41A9-8700-6CE98719770F}"/>
                </a:ext>
              </a:extLst>
            </p:cNvPr>
            <p:cNvSpPr txBox="1"/>
            <p:nvPr/>
          </p:nvSpPr>
          <p:spPr>
            <a:xfrm>
              <a:off x="764066" y="3642639"/>
              <a:ext cx="262489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79CF02C2-4F3D-45AB-982A-691C6C80B3BF}"/>
              </a:ext>
            </a:extLst>
          </p:cNvPr>
          <p:cNvGrpSpPr/>
          <p:nvPr/>
        </p:nvGrpSpPr>
        <p:grpSpPr>
          <a:xfrm>
            <a:off x="8689781" y="4316904"/>
            <a:ext cx="2624891" cy="1200329"/>
            <a:chOff x="764066" y="3180974"/>
            <a:chExt cx="2624891" cy="1200329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3700735D-2C27-41F9-B498-E178EEFE0DC6}"/>
                </a:ext>
              </a:extLst>
            </p:cNvPr>
            <p:cNvSpPr txBox="1"/>
            <p:nvPr/>
          </p:nvSpPr>
          <p:spPr>
            <a:xfrm>
              <a:off x="1334331" y="3180974"/>
              <a:ext cx="15630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xmlns="" id="{DDB45180-89E3-490C-B7CA-71C798FA2C21}"/>
                </a:ext>
              </a:extLst>
            </p:cNvPr>
            <p:cNvSpPr txBox="1"/>
            <p:nvPr/>
          </p:nvSpPr>
          <p:spPr>
            <a:xfrm>
              <a:off x="764066" y="3642639"/>
              <a:ext cx="262489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单击此处添加标题内容，标题要与内容相符，需要注意字体大小及文本匹配程度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291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72F2E02-0194-4D33-8476-DD43CD74D48E}"/>
              </a:ext>
            </a:extLst>
          </p:cNvPr>
          <p:cNvSpPr txBox="1"/>
          <p:nvPr/>
        </p:nvSpPr>
        <p:spPr>
          <a:xfrm>
            <a:off x="1343472" y="364913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论文主要结论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D5F2B24-357A-4EBD-A0A2-193602EA78AB}"/>
              </a:ext>
            </a:extLst>
          </p:cNvPr>
          <p:cNvGrpSpPr/>
          <p:nvPr/>
        </p:nvGrpSpPr>
        <p:grpSpPr>
          <a:xfrm>
            <a:off x="429326" y="364914"/>
            <a:ext cx="763271" cy="520065"/>
            <a:chOff x="429325" y="364912"/>
            <a:chExt cx="763270" cy="520065"/>
          </a:xfrm>
        </p:grpSpPr>
        <p:sp>
          <p:nvSpPr>
            <p:cNvPr id="5" name="圆角矩形 9">
              <a:extLst>
                <a:ext uri="{FF2B5EF4-FFF2-40B4-BE49-F238E27FC236}">
                  <a16:creationId xmlns:a16="http://schemas.microsoft.com/office/drawing/2014/main" xmlns="" id="{54873B66-DC7C-43EE-8A23-AFD30AEE1521}"/>
                </a:ext>
              </a:extLst>
            </p:cNvPr>
            <p:cNvSpPr/>
            <p:nvPr/>
          </p:nvSpPr>
          <p:spPr>
            <a:xfrm>
              <a:off x="635700" y="47667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xmlns="" id="{205941E3-8B5D-41CD-81BB-566C1B04BAC3}"/>
                </a:ext>
              </a:extLst>
            </p:cNvPr>
            <p:cNvSpPr/>
            <p:nvPr/>
          </p:nvSpPr>
          <p:spPr>
            <a:xfrm>
              <a:off x="429325" y="364912"/>
              <a:ext cx="556895" cy="408305"/>
            </a:xfrm>
            <a:prstGeom prst="roundRect">
              <a:avLst>
                <a:gd name="adj" fmla="val 6594"/>
              </a:avLst>
            </a:prstGeom>
            <a:solidFill>
              <a:srgbClr val="327EC4">
                <a:alpha val="35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889000" dist="38100" dir="2700000" sx="103000" sy="103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F0502020204030204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57389EA-2DC5-4588-9E02-4B06746FB4BD}"/>
              </a:ext>
            </a:extLst>
          </p:cNvPr>
          <p:cNvGrpSpPr/>
          <p:nvPr/>
        </p:nvGrpSpPr>
        <p:grpSpPr>
          <a:xfrm>
            <a:off x="967679" y="2146359"/>
            <a:ext cx="419100" cy="726876"/>
            <a:chOff x="1092200" y="2520866"/>
            <a:chExt cx="419100" cy="726876"/>
          </a:xfrm>
          <a:solidFill>
            <a:srgbClr val="327EC4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005FA291-DC1C-4304-8E55-78ACBCF214C7}"/>
                </a:ext>
              </a:extLst>
            </p:cNvPr>
            <p:cNvSpPr/>
            <p:nvPr/>
          </p:nvSpPr>
          <p:spPr>
            <a:xfrm>
              <a:off x="1092200" y="2520866"/>
              <a:ext cx="419100" cy="419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xmlns="" id="{5E312CCB-7330-4242-BA17-6D6558913BDA}"/>
                </a:ext>
              </a:extLst>
            </p:cNvPr>
            <p:cNvSpPr txBox="1"/>
            <p:nvPr/>
          </p:nvSpPr>
          <p:spPr>
            <a:xfrm>
              <a:off x="1092200" y="2539856"/>
              <a:ext cx="4191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1ABA145-D386-4127-B7BC-8F6413FA1E34}"/>
              </a:ext>
            </a:extLst>
          </p:cNvPr>
          <p:cNvSpPr txBox="1"/>
          <p:nvPr/>
        </p:nvSpPr>
        <p:spPr>
          <a:xfrm>
            <a:off x="1507023" y="2556560"/>
            <a:ext cx="255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单击此处添加标题内容内容要复合标题需要注意字体大小。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149741F2-5AD1-4454-B643-8B4C41F2B9B3}"/>
              </a:ext>
            </a:extLst>
          </p:cNvPr>
          <p:cNvSpPr txBox="1"/>
          <p:nvPr/>
        </p:nvSpPr>
        <p:spPr>
          <a:xfrm>
            <a:off x="1507023" y="2116402"/>
            <a:ext cx="1814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DD5BC991-8B6D-49B8-A54A-D99F65928616}"/>
              </a:ext>
            </a:extLst>
          </p:cNvPr>
          <p:cNvGrpSpPr/>
          <p:nvPr/>
        </p:nvGrpSpPr>
        <p:grpSpPr>
          <a:xfrm>
            <a:off x="4428775" y="2165349"/>
            <a:ext cx="485515" cy="427036"/>
            <a:chOff x="1058993" y="2539856"/>
            <a:chExt cx="485514" cy="427036"/>
          </a:xfrm>
          <a:solidFill>
            <a:srgbClr val="327EC4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B01FFB9E-1307-4F59-8824-66648A91FC42}"/>
                </a:ext>
              </a:extLst>
            </p:cNvPr>
            <p:cNvSpPr/>
            <p:nvPr/>
          </p:nvSpPr>
          <p:spPr>
            <a:xfrm>
              <a:off x="1092200" y="2547792"/>
              <a:ext cx="419100" cy="419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5DB429F2-7684-4FBF-A227-B313FC6CFA02}"/>
                </a:ext>
              </a:extLst>
            </p:cNvPr>
            <p:cNvSpPr txBox="1"/>
            <p:nvPr/>
          </p:nvSpPr>
          <p:spPr>
            <a:xfrm>
              <a:off x="1058993" y="2539856"/>
              <a:ext cx="4855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6574BBDF-74E9-4FD5-AAB9-3D83FD562E5D}"/>
              </a:ext>
            </a:extLst>
          </p:cNvPr>
          <p:cNvSpPr txBox="1"/>
          <p:nvPr/>
        </p:nvSpPr>
        <p:spPr>
          <a:xfrm>
            <a:off x="4989997" y="2556560"/>
            <a:ext cx="255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单击此处添加标题内容内容要复合标题需要注意字体大小。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6FE1ADD7-A4C3-4733-8909-5F36302C208B}"/>
              </a:ext>
            </a:extLst>
          </p:cNvPr>
          <p:cNvSpPr txBox="1"/>
          <p:nvPr/>
        </p:nvSpPr>
        <p:spPr>
          <a:xfrm>
            <a:off x="4989998" y="2116402"/>
            <a:ext cx="1814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36A92EE3-4EC3-4556-B225-9D6147E1DF00}"/>
              </a:ext>
            </a:extLst>
          </p:cNvPr>
          <p:cNvGrpSpPr/>
          <p:nvPr/>
        </p:nvGrpSpPr>
        <p:grpSpPr>
          <a:xfrm>
            <a:off x="7911749" y="2146359"/>
            <a:ext cx="485515" cy="419100"/>
            <a:chOff x="1058993" y="2520866"/>
            <a:chExt cx="485514" cy="419100"/>
          </a:xfrm>
          <a:solidFill>
            <a:srgbClr val="327EC4"/>
          </a:solidFill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F57656D6-F272-4307-AC8E-04CEE0E8BAF1}"/>
                </a:ext>
              </a:extLst>
            </p:cNvPr>
            <p:cNvSpPr/>
            <p:nvPr/>
          </p:nvSpPr>
          <p:spPr>
            <a:xfrm>
              <a:off x="1092200" y="2520866"/>
              <a:ext cx="419100" cy="419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625C2BDA-4FEC-4B0B-BE47-09AB6D7C30D1}"/>
                </a:ext>
              </a:extLst>
            </p:cNvPr>
            <p:cNvSpPr txBox="1"/>
            <p:nvPr/>
          </p:nvSpPr>
          <p:spPr>
            <a:xfrm>
              <a:off x="1058993" y="2539856"/>
              <a:ext cx="4855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BB474AEE-8E11-4BAF-97A1-58FD80A74F82}"/>
              </a:ext>
            </a:extLst>
          </p:cNvPr>
          <p:cNvSpPr txBox="1"/>
          <p:nvPr/>
        </p:nvSpPr>
        <p:spPr>
          <a:xfrm>
            <a:off x="8472972" y="2556560"/>
            <a:ext cx="255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单击此处添加标题内容内容要复合标题需要注意字体大小。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2FAA878E-C0A4-48C6-BC5A-D75F441A6F07}"/>
              </a:ext>
            </a:extLst>
          </p:cNvPr>
          <p:cNvSpPr txBox="1"/>
          <p:nvPr/>
        </p:nvSpPr>
        <p:spPr>
          <a:xfrm>
            <a:off x="8472973" y="2116402"/>
            <a:ext cx="1814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F805B31A-A66F-4972-97F7-5C7C7EEE6D46}"/>
              </a:ext>
            </a:extLst>
          </p:cNvPr>
          <p:cNvGrpSpPr/>
          <p:nvPr/>
        </p:nvGrpSpPr>
        <p:grpSpPr>
          <a:xfrm>
            <a:off x="945022" y="4351103"/>
            <a:ext cx="464415" cy="722157"/>
            <a:chOff x="1069543" y="2520866"/>
            <a:chExt cx="464414" cy="722157"/>
          </a:xfrm>
          <a:solidFill>
            <a:srgbClr val="327EC4"/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AFA79714-440E-4A05-82D8-15DE4D52EC3E}"/>
                </a:ext>
              </a:extLst>
            </p:cNvPr>
            <p:cNvSpPr/>
            <p:nvPr/>
          </p:nvSpPr>
          <p:spPr>
            <a:xfrm>
              <a:off x="1092200" y="2520866"/>
              <a:ext cx="419100" cy="419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30BB4CAE-D0FB-4DF9-9063-AEF2379E19DD}"/>
                </a:ext>
              </a:extLst>
            </p:cNvPr>
            <p:cNvSpPr txBox="1"/>
            <p:nvPr/>
          </p:nvSpPr>
          <p:spPr>
            <a:xfrm>
              <a:off x="1069543" y="2535137"/>
              <a:ext cx="4644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50111E4E-A0E2-46A9-AAC1-414456D7611B}"/>
              </a:ext>
            </a:extLst>
          </p:cNvPr>
          <p:cNvSpPr txBox="1"/>
          <p:nvPr/>
        </p:nvSpPr>
        <p:spPr>
          <a:xfrm>
            <a:off x="1422021" y="4761303"/>
            <a:ext cx="255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单击此处添加标题内容内容要复合标题需要注意字体大小。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0ED04C19-D236-403A-9283-63F69D98B2DF}"/>
              </a:ext>
            </a:extLst>
          </p:cNvPr>
          <p:cNvSpPr txBox="1"/>
          <p:nvPr/>
        </p:nvSpPr>
        <p:spPr>
          <a:xfrm>
            <a:off x="1422022" y="4321145"/>
            <a:ext cx="1814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9221DE81-23CC-461D-A636-3F28CF22A166}"/>
              </a:ext>
            </a:extLst>
          </p:cNvPr>
          <p:cNvGrpSpPr/>
          <p:nvPr/>
        </p:nvGrpSpPr>
        <p:grpSpPr>
          <a:xfrm>
            <a:off x="4428775" y="4351103"/>
            <a:ext cx="485515" cy="419100"/>
            <a:chOff x="1058993" y="2520866"/>
            <a:chExt cx="485514" cy="419100"/>
          </a:xfrm>
          <a:solidFill>
            <a:srgbClr val="327EC4"/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535383E4-BF14-473F-B20C-8D5D227B9ED2}"/>
                </a:ext>
              </a:extLst>
            </p:cNvPr>
            <p:cNvSpPr/>
            <p:nvPr/>
          </p:nvSpPr>
          <p:spPr>
            <a:xfrm>
              <a:off x="1092200" y="2520866"/>
              <a:ext cx="419100" cy="419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xmlns="" id="{6AB79A3F-FBDB-464C-BD46-9F9F7336B77A}"/>
                </a:ext>
              </a:extLst>
            </p:cNvPr>
            <p:cNvSpPr txBox="1"/>
            <p:nvPr/>
          </p:nvSpPr>
          <p:spPr>
            <a:xfrm>
              <a:off x="1058993" y="2530361"/>
              <a:ext cx="4855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7B14B73E-0FCF-4B3A-B8F7-0A60D0995C2B}"/>
              </a:ext>
            </a:extLst>
          </p:cNvPr>
          <p:cNvSpPr txBox="1"/>
          <p:nvPr/>
        </p:nvSpPr>
        <p:spPr>
          <a:xfrm>
            <a:off x="4904996" y="4761303"/>
            <a:ext cx="255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单击此处添加标题内容内容要复合标题需要注意字体大小。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C4B028DA-A0F6-448E-8A8E-96A4A64651E6}"/>
              </a:ext>
            </a:extLst>
          </p:cNvPr>
          <p:cNvSpPr txBox="1"/>
          <p:nvPr/>
        </p:nvSpPr>
        <p:spPr>
          <a:xfrm>
            <a:off x="4904997" y="4321145"/>
            <a:ext cx="1814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1E99DF07-DE43-42AE-9497-8DFAFB96F1AF}"/>
              </a:ext>
            </a:extLst>
          </p:cNvPr>
          <p:cNvGrpSpPr/>
          <p:nvPr/>
        </p:nvGrpSpPr>
        <p:grpSpPr>
          <a:xfrm>
            <a:off x="7911749" y="4351103"/>
            <a:ext cx="485515" cy="419100"/>
            <a:chOff x="1058993" y="2520866"/>
            <a:chExt cx="485514" cy="419100"/>
          </a:xfrm>
          <a:solidFill>
            <a:srgbClr val="327EC4"/>
          </a:solidFill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xmlns="" id="{79EA2CD0-57BC-4285-9D69-0596543C2C76}"/>
                </a:ext>
              </a:extLst>
            </p:cNvPr>
            <p:cNvSpPr/>
            <p:nvPr/>
          </p:nvSpPr>
          <p:spPr>
            <a:xfrm>
              <a:off x="1092200" y="2520866"/>
              <a:ext cx="419100" cy="419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xmlns="" id="{FBB040AF-81A2-4EB3-B189-3CB32C558139}"/>
                </a:ext>
              </a:extLst>
            </p:cNvPr>
            <p:cNvSpPr txBox="1"/>
            <p:nvPr/>
          </p:nvSpPr>
          <p:spPr>
            <a:xfrm>
              <a:off x="1058993" y="2530361"/>
              <a:ext cx="4855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06</a:t>
              </a:r>
              <a:endPara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97D92F23-3001-49A4-8764-0C6F1B2A18EC}"/>
              </a:ext>
            </a:extLst>
          </p:cNvPr>
          <p:cNvSpPr txBox="1"/>
          <p:nvPr/>
        </p:nvSpPr>
        <p:spPr>
          <a:xfrm>
            <a:off x="8387971" y="4761303"/>
            <a:ext cx="2556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单击此处添加标题内容内容要复合标题需要注意字体大小。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51D0FECC-FF4D-456A-BA46-68402F8753B9}"/>
              </a:ext>
            </a:extLst>
          </p:cNvPr>
          <p:cNvSpPr txBox="1"/>
          <p:nvPr/>
        </p:nvSpPr>
        <p:spPr>
          <a:xfrm>
            <a:off x="8387971" y="4321145"/>
            <a:ext cx="1814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</a:p>
        </p:txBody>
      </p:sp>
    </p:spTree>
    <p:extLst>
      <p:ext uri="{BB962C8B-B14F-4D97-AF65-F5344CB8AC3E}">
        <p14:creationId xmlns:p14="http://schemas.microsoft.com/office/powerpoint/2010/main" val="25959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D1C1B001-2109-46E6-9D45-9C348A75BCE9}"/>
              </a:ext>
            </a:extLst>
          </p:cNvPr>
          <p:cNvGrpSpPr/>
          <p:nvPr/>
        </p:nvGrpSpPr>
        <p:grpSpPr>
          <a:xfrm>
            <a:off x="-3121024" y="0"/>
            <a:ext cx="17986488" cy="6858000"/>
            <a:chOff x="-3121024" y="0"/>
            <a:chExt cx="17986488" cy="685800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xmlns="" id="{1AA1D392-67F5-4734-800D-6FD9F9182560}"/>
                </a:ext>
              </a:extLst>
            </p:cNvPr>
            <p:cNvGrpSpPr/>
            <p:nvPr/>
          </p:nvGrpSpPr>
          <p:grpSpPr>
            <a:xfrm>
              <a:off x="0" y="0"/>
              <a:ext cx="12236152" cy="6858000"/>
              <a:chOff x="0" y="0"/>
              <a:chExt cx="12236152" cy="68580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xmlns="" id="{82445474-7AB4-4D9F-B610-5635CF5AFE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0" y="0"/>
                <a:ext cx="12236152" cy="5373216"/>
              </a:xfrm>
              <a:prstGeom prst="rect">
                <a:avLst/>
              </a:prstGeom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xmlns="" id="{C13FA1F7-99C3-45A1-B158-30410917F5CD}"/>
                  </a:ext>
                </a:extLst>
              </p:cNvPr>
              <p:cNvSpPr/>
              <p:nvPr/>
            </p:nvSpPr>
            <p:spPr>
              <a:xfrm>
                <a:off x="0" y="0"/>
                <a:ext cx="12236152" cy="6858000"/>
              </a:xfrm>
              <a:prstGeom prst="rect">
                <a:avLst/>
              </a:prstGeom>
              <a:solidFill>
                <a:schemeClr val="bg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3690E1CE-6744-4677-870F-0AD893E8306F}"/>
                </a:ext>
              </a:extLst>
            </p:cNvPr>
            <p:cNvSpPr/>
            <p:nvPr/>
          </p:nvSpPr>
          <p:spPr>
            <a:xfrm>
              <a:off x="-1300853" y="3692489"/>
              <a:ext cx="16166317" cy="2723486"/>
            </a:xfrm>
            <a:custGeom>
              <a:avLst/>
              <a:gdLst>
                <a:gd name="connsiteX0" fmla="*/ 1262753 w 16166317"/>
                <a:gd name="connsiteY0" fmla="*/ 54011 h 2723486"/>
                <a:gd name="connsiteX1" fmla="*/ 1415153 w 16166317"/>
                <a:gd name="connsiteY1" fmla="*/ 54011 h 2723486"/>
                <a:gd name="connsiteX2" fmla="*/ 7307953 w 16166317"/>
                <a:gd name="connsiteY2" fmla="*/ 1489111 h 2723486"/>
                <a:gd name="connsiteX3" fmla="*/ 13696053 w 16166317"/>
                <a:gd name="connsiteY3" fmla="*/ 968411 h 2723486"/>
                <a:gd name="connsiteX4" fmla="*/ 16032853 w 16166317"/>
                <a:gd name="connsiteY4" fmla="*/ 28611 h 2723486"/>
                <a:gd name="connsiteX5" fmla="*/ 15626453 w 16166317"/>
                <a:gd name="connsiteY5" fmla="*/ 2162211 h 2723486"/>
                <a:gd name="connsiteX6" fmla="*/ 13518253 w 16166317"/>
                <a:gd name="connsiteY6" fmla="*/ 2035211 h 2723486"/>
                <a:gd name="connsiteX7" fmla="*/ 8171553 w 16166317"/>
                <a:gd name="connsiteY7" fmla="*/ 2670211 h 2723486"/>
                <a:gd name="connsiteX8" fmla="*/ 373753 w 16166317"/>
                <a:gd name="connsiteY8" fmla="*/ 435011 h 2723486"/>
                <a:gd name="connsiteX9" fmla="*/ 1262753 w 16166317"/>
                <a:gd name="connsiteY9" fmla="*/ 54011 h 2723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166317" h="2723486">
                  <a:moveTo>
                    <a:pt x="1262753" y="54011"/>
                  </a:moveTo>
                  <a:cubicBezTo>
                    <a:pt x="1436320" y="-9489"/>
                    <a:pt x="1415153" y="54011"/>
                    <a:pt x="1415153" y="54011"/>
                  </a:cubicBezTo>
                  <a:cubicBezTo>
                    <a:pt x="2422686" y="293194"/>
                    <a:pt x="5261136" y="1336711"/>
                    <a:pt x="7307953" y="1489111"/>
                  </a:cubicBezTo>
                  <a:cubicBezTo>
                    <a:pt x="9354770" y="1641511"/>
                    <a:pt x="12241903" y="1211828"/>
                    <a:pt x="13696053" y="968411"/>
                  </a:cubicBezTo>
                  <a:cubicBezTo>
                    <a:pt x="15150203" y="724994"/>
                    <a:pt x="15711120" y="-170356"/>
                    <a:pt x="16032853" y="28611"/>
                  </a:cubicBezTo>
                  <a:cubicBezTo>
                    <a:pt x="16354586" y="227578"/>
                    <a:pt x="16045553" y="1827778"/>
                    <a:pt x="15626453" y="2162211"/>
                  </a:cubicBezTo>
                  <a:cubicBezTo>
                    <a:pt x="15207353" y="2496644"/>
                    <a:pt x="14760736" y="1950544"/>
                    <a:pt x="13518253" y="2035211"/>
                  </a:cubicBezTo>
                  <a:cubicBezTo>
                    <a:pt x="12275770" y="2119878"/>
                    <a:pt x="10362303" y="2936911"/>
                    <a:pt x="8171553" y="2670211"/>
                  </a:cubicBezTo>
                  <a:cubicBezTo>
                    <a:pt x="5980803" y="2403511"/>
                    <a:pt x="1527336" y="873161"/>
                    <a:pt x="373753" y="435011"/>
                  </a:cubicBezTo>
                  <a:cubicBezTo>
                    <a:pt x="-779830" y="-3139"/>
                    <a:pt x="1089186" y="117511"/>
                    <a:pt x="1262753" y="54011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5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xmlns="" id="{D9E0F5FB-993C-45A7-850D-BDC5DAAA33B6}"/>
                </a:ext>
              </a:extLst>
            </p:cNvPr>
            <p:cNvSpPr/>
            <p:nvPr/>
          </p:nvSpPr>
          <p:spPr>
            <a:xfrm>
              <a:off x="-825345" y="3054721"/>
              <a:ext cx="15259583" cy="3434513"/>
            </a:xfrm>
            <a:custGeom>
              <a:avLst/>
              <a:gdLst>
                <a:gd name="connsiteX0" fmla="*/ 634845 w 15259583"/>
                <a:gd name="connsiteY0" fmla="*/ 1606179 h 3434513"/>
                <a:gd name="connsiteX1" fmla="*/ 634845 w 15259583"/>
                <a:gd name="connsiteY1" fmla="*/ 1656979 h 3434513"/>
                <a:gd name="connsiteX2" fmla="*/ 850745 w 15259583"/>
                <a:gd name="connsiteY2" fmla="*/ 3320679 h 3434513"/>
                <a:gd name="connsiteX3" fmla="*/ 11429845 w 15259583"/>
                <a:gd name="connsiteY3" fmla="*/ 3092079 h 3434513"/>
                <a:gd name="connsiteX4" fmla="*/ 14947745 w 15259583"/>
                <a:gd name="connsiteY4" fmla="*/ 1517279 h 3434513"/>
                <a:gd name="connsiteX5" fmla="*/ 14871545 w 15259583"/>
                <a:gd name="connsiteY5" fmla="*/ 5979 h 3434513"/>
                <a:gd name="connsiteX6" fmla="*/ 13055445 w 15259583"/>
                <a:gd name="connsiteY6" fmla="*/ 1034679 h 3434513"/>
                <a:gd name="connsiteX7" fmla="*/ 8254845 w 15259583"/>
                <a:gd name="connsiteY7" fmla="*/ 2152279 h 3434513"/>
                <a:gd name="connsiteX8" fmla="*/ 4432145 w 15259583"/>
                <a:gd name="connsiteY8" fmla="*/ 1555379 h 3434513"/>
                <a:gd name="connsiteX9" fmla="*/ 1028545 w 15259583"/>
                <a:gd name="connsiteY9" fmla="*/ 742579 h 3434513"/>
                <a:gd name="connsiteX10" fmla="*/ 622145 w 15259583"/>
                <a:gd name="connsiteY10" fmla="*/ 1555379 h 3434513"/>
                <a:gd name="connsiteX11" fmla="*/ 634845 w 15259583"/>
                <a:gd name="connsiteY11" fmla="*/ 1606179 h 343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259583" h="3434513">
                  <a:moveTo>
                    <a:pt x="634845" y="1606179"/>
                  </a:moveTo>
                  <a:cubicBezTo>
                    <a:pt x="636962" y="1623112"/>
                    <a:pt x="598862" y="1371229"/>
                    <a:pt x="634845" y="1656979"/>
                  </a:cubicBezTo>
                  <a:cubicBezTo>
                    <a:pt x="670828" y="1942729"/>
                    <a:pt x="-948422" y="3081496"/>
                    <a:pt x="850745" y="3320679"/>
                  </a:cubicBezTo>
                  <a:cubicBezTo>
                    <a:pt x="2649912" y="3559862"/>
                    <a:pt x="9080345" y="3392646"/>
                    <a:pt x="11429845" y="3092079"/>
                  </a:cubicBezTo>
                  <a:cubicBezTo>
                    <a:pt x="13779345" y="2791512"/>
                    <a:pt x="14374128" y="2031629"/>
                    <a:pt x="14947745" y="1517279"/>
                  </a:cubicBezTo>
                  <a:cubicBezTo>
                    <a:pt x="15521362" y="1002929"/>
                    <a:pt x="15186928" y="86412"/>
                    <a:pt x="14871545" y="5979"/>
                  </a:cubicBezTo>
                  <a:cubicBezTo>
                    <a:pt x="14556162" y="-74454"/>
                    <a:pt x="14158228" y="676962"/>
                    <a:pt x="13055445" y="1034679"/>
                  </a:cubicBezTo>
                  <a:cubicBezTo>
                    <a:pt x="11952662" y="1392396"/>
                    <a:pt x="9692062" y="2065496"/>
                    <a:pt x="8254845" y="2152279"/>
                  </a:cubicBezTo>
                  <a:cubicBezTo>
                    <a:pt x="6817628" y="2239062"/>
                    <a:pt x="5636528" y="1790329"/>
                    <a:pt x="4432145" y="1555379"/>
                  </a:cubicBezTo>
                  <a:cubicBezTo>
                    <a:pt x="3227762" y="1320429"/>
                    <a:pt x="1663545" y="742579"/>
                    <a:pt x="1028545" y="742579"/>
                  </a:cubicBezTo>
                  <a:cubicBezTo>
                    <a:pt x="393545" y="742579"/>
                    <a:pt x="694112" y="1413563"/>
                    <a:pt x="622145" y="1555379"/>
                  </a:cubicBezTo>
                  <a:cubicBezTo>
                    <a:pt x="550178" y="1697195"/>
                    <a:pt x="632728" y="1589246"/>
                    <a:pt x="634845" y="1606179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xmlns="" id="{F1F55992-0245-47A5-BABD-5C486CB7627B}"/>
                </a:ext>
              </a:extLst>
            </p:cNvPr>
            <p:cNvSpPr/>
            <p:nvPr/>
          </p:nvSpPr>
          <p:spPr>
            <a:xfrm>
              <a:off x="-3121024" y="2420888"/>
              <a:ext cx="16799654" cy="3810347"/>
            </a:xfrm>
            <a:custGeom>
              <a:avLst/>
              <a:gdLst>
                <a:gd name="connsiteX0" fmla="*/ 2512198 w 16799654"/>
                <a:gd name="connsiteY0" fmla="*/ 28297 h 3810347"/>
                <a:gd name="connsiteX1" fmla="*/ 4543129 w 16799654"/>
                <a:gd name="connsiteY1" fmla="*/ 1144827 h 3810347"/>
                <a:gd name="connsiteX2" fmla="*/ 8912998 w 16799654"/>
                <a:gd name="connsiteY2" fmla="*/ 2694494 h 3810347"/>
                <a:gd name="connsiteX3" fmla="*/ 12551348 w 16799654"/>
                <a:gd name="connsiteY3" fmla="*/ 2627118 h 3810347"/>
                <a:gd name="connsiteX4" fmla="*/ 15256047 w 16799654"/>
                <a:gd name="connsiteY4" fmla="*/ 1491337 h 3810347"/>
                <a:gd name="connsiteX5" fmla="*/ 16786463 w 16799654"/>
                <a:gd name="connsiteY5" fmla="*/ 307429 h 3810347"/>
                <a:gd name="connsiteX6" fmla="*/ 15929815 w 16799654"/>
                <a:gd name="connsiteY6" fmla="*/ 2829248 h 3810347"/>
                <a:gd name="connsiteX7" fmla="*/ 14765158 w 16799654"/>
                <a:gd name="connsiteY7" fmla="*/ 2588617 h 3810347"/>
                <a:gd name="connsiteX8" fmla="*/ 10578169 w 16799654"/>
                <a:gd name="connsiteY8" fmla="*/ 3637770 h 3810347"/>
                <a:gd name="connsiteX9" fmla="*/ 6304552 w 16799654"/>
                <a:gd name="connsiteY9" fmla="*/ 3782149 h 3810347"/>
                <a:gd name="connsiteX10" fmla="*/ 2531449 w 16799654"/>
                <a:gd name="connsiteY10" fmla="*/ 3349012 h 3810347"/>
                <a:gd name="connsiteX11" fmla="*/ 4 w 16799654"/>
                <a:gd name="connsiteY11" fmla="*/ 2319109 h 3810347"/>
                <a:gd name="connsiteX12" fmla="*/ 2512198 w 16799654"/>
                <a:gd name="connsiteY12" fmla="*/ 28297 h 381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99654" h="3810347">
                  <a:moveTo>
                    <a:pt x="2512198" y="28297"/>
                  </a:moveTo>
                  <a:cubicBezTo>
                    <a:pt x="3269385" y="-167417"/>
                    <a:pt x="3476329" y="700461"/>
                    <a:pt x="4543129" y="1144827"/>
                  </a:cubicBezTo>
                  <a:cubicBezTo>
                    <a:pt x="5609929" y="1589193"/>
                    <a:pt x="7578295" y="2447446"/>
                    <a:pt x="8912998" y="2694494"/>
                  </a:cubicBezTo>
                  <a:cubicBezTo>
                    <a:pt x="10247701" y="2941542"/>
                    <a:pt x="11494173" y="2827644"/>
                    <a:pt x="12551348" y="2627118"/>
                  </a:cubicBezTo>
                  <a:cubicBezTo>
                    <a:pt x="13608523" y="2426592"/>
                    <a:pt x="14550195" y="1877952"/>
                    <a:pt x="15256047" y="1491337"/>
                  </a:cubicBezTo>
                  <a:cubicBezTo>
                    <a:pt x="15961899" y="1104722"/>
                    <a:pt x="16674168" y="84444"/>
                    <a:pt x="16786463" y="307429"/>
                  </a:cubicBezTo>
                  <a:cubicBezTo>
                    <a:pt x="16898758" y="530414"/>
                    <a:pt x="16266699" y="2449050"/>
                    <a:pt x="15929815" y="2829248"/>
                  </a:cubicBezTo>
                  <a:cubicBezTo>
                    <a:pt x="15592931" y="3209446"/>
                    <a:pt x="15657099" y="2453863"/>
                    <a:pt x="14765158" y="2588617"/>
                  </a:cubicBezTo>
                  <a:cubicBezTo>
                    <a:pt x="13873217" y="2723371"/>
                    <a:pt x="11988270" y="3438848"/>
                    <a:pt x="10578169" y="3637770"/>
                  </a:cubicBezTo>
                  <a:cubicBezTo>
                    <a:pt x="9168068" y="3836692"/>
                    <a:pt x="7645672" y="3830275"/>
                    <a:pt x="6304552" y="3782149"/>
                  </a:cubicBezTo>
                  <a:cubicBezTo>
                    <a:pt x="4963432" y="3734023"/>
                    <a:pt x="3582207" y="3592852"/>
                    <a:pt x="2531449" y="3349012"/>
                  </a:cubicBezTo>
                  <a:cubicBezTo>
                    <a:pt x="1480691" y="3105172"/>
                    <a:pt x="3212" y="2872562"/>
                    <a:pt x="4" y="2319109"/>
                  </a:cubicBezTo>
                  <a:cubicBezTo>
                    <a:pt x="-3205" y="1765657"/>
                    <a:pt x="1755011" y="224011"/>
                    <a:pt x="2512198" y="28297"/>
                  </a:cubicBezTo>
                  <a:close/>
                </a:path>
              </a:pathLst>
            </a:custGeom>
            <a:solidFill>
              <a:srgbClr val="327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53DDC07E-9D9C-401A-B880-205E3C51973C}"/>
              </a:ext>
            </a:extLst>
          </p:cNvPr>
          <p:cNvGrpSpPr/>
          <p:nvPr/>
        </p:nvGrpSpPr>
        <p:grpSpPr>
          <a:xfrm>
            <a:off x="335360" y="189146"/>
            <a:ext cx="1224136" cy="369332"/>
            <a:chOff x="335360" y="189146"/>
            <a:chExt cx="1224136" cy="369332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C1FE1E8A-CC14-458E-AB85-37FF0C9CCFE9}"/>
                </a:ext>
              </a:extLst>
            </p:cNvPr>
            <p:cNvSpPr/>
            <p:nvPr/>
          </p:nvSpPr>
          <p:spPr>
            <a:xfrm>
              <a:off x="335360" y="229796"/>
              <a:ext cx="288032" cy="288032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  <a:effectLst>
              <a:outerShdw blurRad="50800" dist="38100" dir="8100000" sx="102000" sy="102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xmlns="" id="{F373157A-9646-40B0-B943-AC18C35ED086}"/>
                </a:ext>
              </a:extLst>
            </p:cNvPr>
            <p:cNvSpPr txBox="1"/>
            <p:nvPr/>
          </p:nvSpPr>
          <p:spPr>
            <a:xfrm>
              <a:off x="623392" y="18914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LOGO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3A99751C-C0A9-4076-80D4-D4402DC0DA11}"/>
              </a:ext>
            </a:extLst>
          </p:cNvPr>
          <p:cNvGrpSpPr/>
          <p:nvPr/>
        </p:nvGrpSpPr>
        <p:grpSpPr>
          <a:xfrm>
            <a:off x="8436260" y="1023686"/>
            <a:ext cx="2160240" cy="504056"/>
            <a:chOff x="8472264" y="764705"/>
            <a:chExt cx="2160240" cy="504056"/>
          </a:xfrm>
        </p:grpSpPr>
        <p:sp>
          <p:nvSpPr>
            <p:cNvPr id="17" name="矩形: 剪去对角 16">
              <a:extLst>
                <a:ext uri="{FF2B5EF4-FFF2-40B4-BE49-F238E27FC236}">
                  <a16:creationId xmlns:a16="http://schemas.microsoft.com/office/drawing/2014/main" xmlns="" id="{A65B3AB6-6106-4911-B632-73E123F528DA}"/>
                </a:ext>
              </a:extLst>
            </p:cNvPr>
            <p:cNvSpPr/>
            <p:nvPr/>
          </p:nvSpPr>
          <p:spPr>
            <a:xfrm>
              <a:off x="8472264" y="764705"/>
              <a:ext cx="2160240" cy="504056"/>
            </a:xfrm>
            <a:prstGeom prst="snip2DiagRect">
              <a:avLst>
                <a:gd name="adj1" fmla="val 0"/>
                <a:gd name="adj2" fmla="val 50000"/>
              </a:avLst>
            </a:prstGeom>
            <a:solidFill>
              <a:srgbClr val="327EC4"/>
            </a:solidFill>
            <a:ln>
              <a:noFill/>
            </a:ln>
            <a:effectLst>
              <a:outerShdw blurRad="63500" sx="102000" sy="102000" algn="ctr" rotWithShape="0">
                <a:schemeClr val="accent5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E07C4463-A2B9-4943-8659-554F45160D37}"/>
                </a:ext>
              </a:extLst>
            </p:cNvPr>
            <p:cNvSpPr txBox="1"/>
            <p:nvPr/>
          </p:nvSpPr>
          <p:spPr>
            <a:xfrm>
              <a:off x="8796300" y="810334"/>
              <a:ext cx="15121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202X/XX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2EC281B5-A83A-4DA7-B04B-47AD63DDACDA}"/>
              </a:ext>
            </a:extLst>
          </p:cNvPr>
          <p:cNvSpPr txBox="1"/>
          <p:nvPr/>
        </p:nvSpPr>
        <p:spPr>
          <a:xfrm>
            <a:off x="2675620" y="1959788"/>
            <a:ext cx="80648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rgbClr val="327EC4"/>
                </a:solidFill>
                <a:effectLst>
                  <a:outerShdw blurRad="38100" dist="38100" dir="2700000" algn="tl">
                    <a:srgbClr val="000000">
                      <a:alpha val="23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谢谢观看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3AEE469F-0432-4DFA-8CDE-2D2D410CF0A1}"/>
              </a:ext>
            </a:extLst>
          </p:cNvPr>
          <p:cNvGrpSpPr/>
          <p:nvPr/>
        </p:nvGrpSpPr>
        <p:grpSpPr>
          <a:xfrm>
            <a:off x="2279576" y="1669956"/>
            <a:ext cx="2232248" cy="288032"/>
            <a:chOff x="2639616" y="1484784"/>
            <a:chExt cx="2232248" cy="288032"/>
          </a:xfrm>
        </p:grpSpPr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xmlns="" id="{F9A3D830-9CBF-4230-84D2-B82BDA5CD051}"/>
                </a:ext>
              </a:extLst>
            </p:cNvPr>
            <p:cNvSpPr/>
            <p:nvPr/>
          </p:nvSpPr>
          <p:spPr>
            <a:xfrm flipV="1">
              <a:off x="2639616" y="1556792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xmlns="" id="{F4E1C6C2-3E5F-4AED-8D83-FC0544E9FB5D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63448E5B-86B4-4762-B09D-B5088DA8976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xmlns="" id="{B52F8CDE-F06E-4472-8792-0B4F1CE8D52B}"/>
              </a:ext>
            </a:extLst>
          </p:cNvPr>
          <p:cNvGrpSpPr/>
          <p:nvPr/>
        </p:nvGrpSpPr>
        <p:grpSpPr>
          <a:xfrm rot="10800000">
            <a:off x="8760296" y="3280475"/>
            <a:ext cx="2232248" cy="288032"/>
            <a:chOff x="2495600" y="1484784"/>
            <a:chExt cx="2232248" cy="288032"/>
          </a:xfrm>
        </p:grpSpPr>
        <p:sp>
          <p:nvSpPr>
            <p:cNvPr id="41" name="平行四边形 40">
              <a:extLst>
                <a:ext uri="{FF2B5EF4-FFF2-40B4-BE49-F238E27FC236}">
                  <a16:creationId xmlns:a16="http://schemas.microsoft.com/office/drawing/2014/main" xmlns="" id="{9DB5EE92-1D47-4789-AFF6-A91DBE2DC390}"/>
                </a:ext>
              </a:extLst>
            </p:cNvPr>
            <p:cNvSpPr/>
            <p:nvPr/>
          </p:nvSpPr>
          <p:spPr>
            <a:xfrm flipV="1">
              <a:off x="2495600" y="1600256"/>
              <a:ext cx="2232248" cy="54211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rgbClr val="327EC4">
                    <a:alpha val="61000"/>
                  </a:srgbClr>
                </a:gs>
                <a:gs pos="100000">
                  <a:srgbClr val="327EC4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xmlns="" id="{3B4C7792-A1C9-462B-8C66-330B645090E9}"/>
                </a:ext>
              </a:extLst>
            </p:cNvPr>
            <p:cNvCxnSpPr>
              <a:cxnSpLocks/>
            </p:cNvCxnSpPr>
            <p:nvPr/>
          </p:nvCxnSpPr>
          <p:spPr>
            <a:xfrm>
              <a:off x="2855640" y="1484784"/>
              <a:ext cx="1008112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xmlns="" id="{8DB1E583-AC41-47BE-9CD7-71701585397F}"/>
                </a:ext>
              </a:extLst>
            </p:cNvPr>
            <p:cNvCxnSpPr>
              <a:cxnSpLocks/>
            </p:cNvCxnSpPr>
            <p:nvPr/>
          </p:nvCxnSpPr>
          <p:spPr>
            <a:xfrm>
              <a:off x="3359696" y="1772816"/>
              <a:ext cx="1080120" cy="0"/>
            </a:xfrm>
            <a:prstGeom prst="line">
              <a:avLst/>
            </a:prstGeom>
            <a:ln w="15875" cap="rnd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0200">
                    <a:srgbClr val="6CA2D5"/>
                  </a:gs>
                  <a:gs pos="100000">
                    <a:srgbClr val="327EC4"/>
                  </a:gs>
                </a:gsLst>
                <a:lin ang="10800000" scaled="1"/>
                <a:tileRect/>
              </a:gra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C0B2BBF3-EBA9-402E-A50F-6C451D8EA298}"/>
              </a:ext>
            </a:extLst>
          </p:cNvPr>
          <p:cNvSpPr txBox="1"/>
          <p:nvPr/>
        </p:nvSpPr>
        <p:spPr>
          <a:xfrm>
            <a:off x="4619836" y="2954207"/>
            <a:ext cx="60198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OPENING REPORT DEFENSE TEMPLATE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xmlns="" id="{4D2B157A-A531-48F3-A4B0-552966B740B8}"/>
              </a:ext>
            </a:extLst>
          </p:cNvPr>
          <p:cNvGrpSpPr/>
          <p:nvPr/>
        </p:nvGrpSpPr>
        <p:grpSpPr>
          <a:xfrm>
            <a:off x="8308833" y="3659281"/>
            <a:ext cx="1963633" cy="307777"/>
            <a:chOff x="8308832" y="3659280"/>
            <a:chExt cx="1963633" cy="30777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xmlns="" id="{FD94C8AE-4119-43E5-929E-4559C0C297E5}"/>
                </a:ext>
              </a:extLst>
            </p:cNvPr>
            <p:cNvSpPr/>
            <p:nvPr/>
          </p:nvSpPr>
          <p:spPr>
            <a:xfrm>
              <a:off x="8308832" y="3687154"/>
              <a:ext cx="252028" cy="252028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xmlns="" id="{A02DCB2B-A27D-4846-BC30-9B0BD1ADEA08}"/>
                </a:ext>
              </a:extLst>
            </p:cNvPr>
            <p:cNvSpPr txBox="1"/>
            <p:nvPr/>
          </p:nvSpPr>
          <p:spPr>
            <a:xfrm>
              <a:off x="8560861" y="3659280"/>
              <a:ext cx="1711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答辩人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一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PPT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4B76B6DE-4699-4F6C-A825-F7DA3124DCE9}"/>
              </a:ext>
            </a:extLst>
          </p:cNvPr>
          <p:cNvGrpSpPr/>
          <p:nvPr/>
        </p:nvGrpSpPr>
        <p:grpSpPr>
          <a:xfrm>
            <a:off x="8308831" y="4057328"/>
            <a:ext cx="2179656" cy="307777"/>
            <a:chOff x="8308832" y="4057327"/>
            <a:chExt cx="2030719" cy="307777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xmlns="" id="{663BA52C-6410-4A92-B75A-5FEF44ACD956}"/>
                </a:ext>
              </a:extLst>
            </p:cNvPr>
            <p:cNvSpPr/>
            <p:nvPr/>
          </p:nvSpPr>
          <p:spPr>
            <a:xfrm>
              <a:off x="8308832" y="4090016"/>
              <a:ext cx="252028" cy="252028"/>
            </a:xfrm>
            <a:prstGeom prst="ellipse">
              <a:avLst/>
            </a:prstGeom>
            <a:solidFill>
              <a:srgbClr val="327EC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xmlns="" id="{6453CA91-955B-4580-8C46-1035EED51ABB}"/>
                </a:ext>
              </a:extLst>
            </p:cNvPr>
            <p:cNvSpPr txBox="1"/>
            <p:nvPr/>
          </p:nvSpPr>
          <p:spPr>
            <a:xfrm>
              <a:off x="8560860" y="4057327"/>
              <a:ext cx="1778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指导教师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第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一</a:t>
              </a:r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PPT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95984" y="3933060"/>
            <a:ext cx="7263527" cy="904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1710" y="1844826"/>
            <a:ext cx="301208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626994" y="2802294"/>
            <a:ext cx="32015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https://ibaotu.com/ppt/</a:t>
            </a: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714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07" y="3097346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6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网络转</a:t>
            </a:r>
            <a:r>
              <a:rPr lang="zh-CN" altLang="en-US" sz="12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356246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="" xmlns:aink="http://schemas.microsoft.com/office/drawing/2016/ink" xmlns:p14="http://schemas.microsoft.com/office/powerpoint/2010/main" Requires="p14 aink">
          <p:contentPart p14:bwMode="auto" r:id="rId1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EBBEC50-721B-9297-DE8C-65115C350AC0}"/>
                  </a:ext>
                </a:extLst>
              </p14:cNvPr>
              <p14:cNvContentPartPr/>
              <p14:nvPr/>
            </p14:nvContentPartPr>
            <p14:xfrm>
              <a:off x="-1269037" y="737060"/>
              <a:ext cx="3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p14="http://schemas.microsoft.com/office/powerpoint/2010/main" xmlns:aink="http://schemas.microsoft.com/office/drawing/2016/ink" xmlns="" xmlns:a16="http://schemas.microsoft.com/office/drawing/2014/main" id="{6EBBEC50-721B-9297-DE8C-65115C350AC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1715569" y="629060"/>
                <a:ext cx="4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910877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3445</Words>
  <Application>Microsoft Office PowerPoint</Application>
  <PresentationFormat>自定义</PresentationFormat>
  <Paragraphs>278</Paragraphs>
  <Slides>27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29" baseType="lpstr"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123</cp:lastModifiedBy>
  <cp:revision>3</cp:revision>
  <dcterms:created xsi:type="dcterms:W3CDTF">2022-01-04T00:55:05Z</dcterms:created>
  <dcterms:modified xsi:type="dcterms:W3CDTF">2025-06-26T08:54:15Z</dcterms:modified>
</cp:coreProperties>
</file>